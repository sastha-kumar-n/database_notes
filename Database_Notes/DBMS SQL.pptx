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60" r:id="rId5"/>
  </p:sldMasterIdLst>
  <p:notesMasterIdLst>
    <p:notesMasterId r:id="rId43"/>
  </p:notesMasterIdLst>
  <p:handoutMasterIdLst>
    <p:handoutMasterId r:id="rId44"/>
  </p:handoutMasterIdLst>
  <p:sldIdLst>
    <p:sldId id="271" r:id="rId6"/>
    <p:sldId id="372" r:id="rId7"/>
    <p:sldId id="379" r:id="rId8"/>
    <p:sldId id="257" r:id="rId9"/>
    <p:sldId id="346" r:id="rId10"/>
    <p:sldId id="373" r:id="rId11"/>
    <p:sldId id="374" r:id="rId12"/>
    <p:sldId id="258" r:id="rId13"/>
    <p:sldId id="377" r:id="rId14"/>
    <p:sldId id="297" r:id="rId15"/>
    <p:sldId id="298" r:id="rId16"/>
    <p:sldId id="354" r:id="rId17"/>
    <p:sldId id="378" r:id="rId18"/>
    <p:sldId id="313" r:id="rId19"/>
    <p:sldId id="351" r:id="rId20"/>
    <p:sldId id="259" r:id="rId21"/>
    <p:sldId id="260" r:id="rId22"/>
    <p:sldId id="315" r:id="rId23"/>
    <p:sldId id="261" r:id="rId24"/>
    <p:sldId id="317" r:id="rId25"/>
    <p:sldId id="262" r:id="rId26"/>
    <p:sldId id="316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375" r:id="rId36"/>
    <p:sldId id="272" r:id="rId37"/>
    <p:sldId id="273" r:id="rId38"/>
    <p:sldId id="274" r:id="rId39"/>
    <p:sldId id="376" r:id="rId40"/>
    <p:sldId id="276" r:id="rId41"/>
    <p:sldId id="27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53462AE-9573-49B2-954C-E627E9F9ABD3}">
          <p14:sldIdLst>
            <p14:sldId id="271"/>
            <p14:sldId id="372"/>
            <p14:sldId id="379"/>
            <p14:sldId id="257"/>
            <p14:sldId id="346"/>
            <p14:sldId id="373"/>
            <p14:sldId id="374"/>
            <p14:sldId id="258"/>
            <p14:sldId id="377"/>
            <p14:sldId id="297"/>
            <p14:sldId id="298"/>
            <p14:sldId id="354"/>
            <p14:sldId id="378"/>
            <p14:sldId id="313"/>
            <p14:sldId id="351"/>
            <p14:sldId id="259"/>
            <p14:sldId id="260"/>
            <p14:sldId id="315"/>
            <p14:sldId id="261"/>
            <p14:sldId id="317"/>
            <p14:sldId id="262"/>
            <p14:sldId id="316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375"/>
            <p14:sldId id="272"/>
            <p14:sldId id="273"/>
            <p14:sldId id="274"/>
            <p14:sldId id="376"/>
            <p14:sldId id="276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14D"/>
    <a:srgbClr val="000000"/>
    <a:srgbClr val="B61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/>
    <p:restoredTop sz="94731"/>
  </p:normalViewPr>
  <p:slideViewPr>
    <p:cSldViewPr snapToGrid="0">
      <p:cViewPr varScale="1">
        <p:scale>
          <a:sx n="56" d="100"/>
          <a:sy n="56" d="100"/>
        </p:scale>
        <p:origin x="92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9" d="100"/>
          <a:sy n="119" d="100"/>
        </p:scale>
        <p:origin x="51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eesh M" userId="ba23f043-57f5-4ea1-9cac-0e86480d769c" providerId="ADAL" clId="{BC16FDA0-4A39-4C66-9D60-72069A86F3A7}"/>
    <pc:docChg chg="undo custSel addSld delSld modSection">
      <pc:chgData name="Nidheesh M" userId="ba23f043-57f5-4ea1-9cac-0e86480d769c" providerId="ADAL" clId="{BC16FDA0-4A39-4C66-9D60-72069A86F3A7}" dt="2023-10-20T04:47:14.753" v="2" actId="680"/>
      <pc:docMkLst>
        <pc:docMk/>
      </pc:docMkLst>
      <pc:sldChg chg="new">
        <pc:chgData name="Nidheesh M" userId="ba23f043-57f5-4ea1-9cac-0e86480d769c" providerId="ADAL" clId="{BC16FDA0-4A39-4C66-9D60-72069A86F3A7}" dt="2023-10-20T04:47:14.753" v="2" actId="680"/>
        <pc:sldMkLst>
          <pc:docMk/>
          <pc:sldMk cId="696167414" sldId="379"/>
        </pc:sldMkLst>
      </pc:sldChg>
      <pc:sldChg chg="new del">
        <pc:chgData name="Nidheesh M" userId="ba23f043-57f5-4ea1-9cac-0e86480d769c" providerId="ADAL" clId="{BC16FDA0-4A39-4C66-9D60-72069A86F3A7}" dt="2023-10-20T04:47:11.658" v="1" actId="680"/>
        <pc:sldMkLst>
          <pc:docMk/>
          <pc:sldMk cId="2081424798" sldId="379"/>
        </pc:sldMkLst>
      </pc:sldChg>
    </pc:docChg>
  </pc:docChgLst>
  <pc:docChgLst>
    <pc:chgData name="nidheesh" userId="ba23f043-57f5-4ea1-9cac-0e86480d769c" providerId="ADAL" clId="{851BA7B0-22FB-4157-896D-6F5D80BC298C}"/>
    <pc:docChg chg="custSel addSld delSld modSld sldOrd modSection">
      <pc:chgData name="nidheesh" userId="ba23f043-57f5-4ea1-9cac-0e86480d769c" providerId="ADAL" clId="{851BA7B0-22FB-4157-896D-6F5D80BC298C}" dt="2022-10-11T12:07:18.185" v="358" actId="6549"/>
      <pc:docMkLst>
        <pc:docMk/>
      </pc:docMkLst>
      <pc:sldChg chg="modSp add mod">
        <pc:chgData name="nidheesh" userId="ba23f043-57f5-4ea1-9cac-0e86480d769c" providerId="ADAL" clId="{851BA7B0-22FB-4157-896D-6F5D80BC298C}" dt="2022-10-10T04:30:11.127" v="206" actId="27636"/>
        <pc:sldMkLst>
          <pc:docMk/>
          <pc:sldMk cId="0" sldId="257"/>
        </pc:sldMkLst>
        <pc:spChg chg="mod">
          <ac:chgData name="nidheesh" userId="ba23f043-57f5-4ea1-9cac-0e86480d769c" providerId="ADAL" clId="{851BA7B0-22FB-4157-896D-6F5D80BC298C}" dt="2022-10-10T04:30:11.127" v="206" actId="27636"/>
          <ac:spMkLst>
            <pc:docMk/>
            <pc:sldMk cId="0" sldId="257"/>
            <ac:spMk id="53251" creationId="{7ED98592-D098-9B2F-D1BB-E05FBB28A514}"/>
          </ac:spMkLst>
        </pc:spChg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58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59"/>
        </pc:sldMkLst>
      </pc:sldChg>
      <pc:sldChg chg="add ord">
        <pc:chgData name="nidheesh" userId="ba23f043-57f5-4ea1-9cac-0e86480d769c" providerId="ADAL" clId="{851BA7B0-22FB-4157-896D-6F5D80BC298C}" dt="2022-10-11T12:05:42.782" v="350"/>
        <pc:sldMkLst>
          <pc:docMk/>
          <pc:sldMk cId="0" sldId="260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1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2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3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4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5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6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7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8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69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70"/>
        </pc:sldMkLst>
      </pc:sldChg>
      <pc:sldChg chg="modSp mod">
        <pc:chgData name="nidheesh" userId="ba23f043-57f5-4ea1-9cac-0e86480d769c" providerId="ADAL" clId="{851BA7B0-22FB-4157-896D-6F5D80BC298C}" dt="2022-10-11T11:27:10.441" v="232" actId="2711"/>
        <pc:sldMkLst>
          <pc:docMk/>
          <pc:sldMk cId="2430981963" sldId="271"/>
        </pc:sldMkLst>
        <pc:spChg chg="mod">
          <ac:chgData name="nidheesh" userId="ba23f043-57f5-4ea1-9cac-0e86480d769c" providerId="ADAL" clId="{851BA7B0-22FB-4157-896D-6F5D80BC298C}" dt="2022-10-06T13:20:32.190" v="104" actId="1076"/>
          <ac:spMkLst>
            <pc:docMk/>
            <pc:sldMk cId="2430981963" sldId="271"/>
            <ac:spMk id="2" creationId="{00000000-0000-0000-0000-000000000000}"/>
          </ac:spMkLst>
        </pc:spChg>
        <pc:spChg chg="mod">
          <ac:chgData name="nidheesh" userId="ba23f043-57f5-4ea1-9cac-0e86480d769c" providerId="ADAL" clId="{851BA7B0-22FB-4157-896D-6F5D80BC298C}" dt="2022-10-11T11:27:10.441" v="232" actId="2711"/>
          <ac:spMkLst>
            <pc:docMk/>
            <pc:sldMk cId="2430981963" sldId="271"/>
            <ac:spMk id="3" creationId="{E2128F2F-1B95-4241-9794-E0413FBDD5AB}"/>
          </ac:spMkLst>
        </pc:spChg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72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73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74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276"/>
        </pc:sldMkLst>
      </pc:sldChg>
      <pc:sldChg chg="modSp add mod">
        <pc:chgData name="nidheesh" userId="ba23f043-57f5-4ea1-9cac-0e86480d769c" providerId="ADAL" clId="{851BA7B0-22FB-4157-896D-6F5D80BC298C}" dt="2022-10-11T11:56:00.506" v="247" actId="1076"/>
        <pc:sldMkLst>
          <pc:docMk/>
          <pc:sldMk cId="0" sldId="297"/>
        </pc:sldMkLst>
        <pc:spChg chg="mod">
          <ac:chgData name="nidheesh" userId="ba23f043-57f5-4ea1-9cac-0e86480d769c" providerId="ADAL" clId="{851BA7B0-22FB-4157-896D-6F5D80BC298C}" dt="2022-10-11T11:56:00.506" v="247" actId="1076"/>
          <ac:spMkLst>
            <pc:docMk/>
            <pc:sldMk cId="0" sldId="297"/>
            <ac:spMk id="31747" creationId="{790C9442-7E17-E364-9958-07875BC68200}"/>
          </ac:spMkLst>
        </pc:spChg>
        <pc:spChg chg="mod">
          <ac:chgData name="nidheesh" userId="ba23f043-57f5-4ea1-9cac-0e86480d769c" providerId="ADAL" clId="{851BA7B0-22FB-4157-896D-6F5D80BC298C}" dt="2022-10-11T11:55:45.930" v="243" actId="14100"/>
          <ac:spMkLst>
            <pc:docMk/>
            <pc:sldMk cId="0" sldId="297"/>
            <ac:spMk id="277506" creationId="{2E872FAE-E192-4CF8-39D6-8B335013DD7B}"/>
          </ac:spMkLst>
        </pc:spChg>
      </pc:sldChg>
      <pc:sldChg chg="modSp add mod">
        <pc:chgData name="nidheesh" userId="ba23f043-57f5-4ea1-9cac-0e86480d769c" providerId="ADAL" clId="{851BA7B0-22FB-4157-896D-6F5D80BC298C}" dt="2022-10-11T11:56:56.818" v="252" actId="1076"/>
        <pc:sldMkLst>
          <pc:docMk/>
          <pc:sldMk cId="0" sldId="298"/>
        </pc:sldMkLst>
        <pc:spChg chg="mod">
          <ac:chgData name="nidheesh" userId="ba23f043-57f5-4ea1-9cac-0e86480d769c" providerId="ADAL" clId="{851BA7B0-22FB-4157-896D-6F5D80BC298C}" dt="2022-10-11T11:56:56.818" v="252" actId="1076"/>
          <ac:spMkLst>
            <pc:docMk/>
            <pc:sldMk cId="0" sldId="298"/>
            <ac:spMk id="21509" creationId="{A3E35247-8759-8FC3-4096-5B167BF552BF}"/>
          </ac:spMkLst>
        </pc:spChg>
        <pc:spChg chg="mod">
          <ac:chgData name="nidheesh" userId="ba23f043-57f5-4ea1-9cac-0e86480d769c" providerId="ADAL" clId="{851BA7B0-22FB-4157-896D-6F5D80BC298C}" dt="2022-10-11T11:56:47.362" v="250" actId="14100"/>
          <ac:spMkLst>
            <pc:docMk/>
            <pc:sldMk cId="0" sldId="298"/>
            <ac:spMk id="278530" creationId="{0982B902-4885-BC90-502B-2DFFEE527914}"/>
          </ac:spMkLst>
        </pc:spChg>
      </pc:sldChg>
      <pc:sldChg chg="modSp add mod">
        <pc:chgData name="nidheesh" userId="ba23f043-57f5-4ea1-9cac-0e86480d769c" providerId="ADAL" clId="{851BA7B0-22FB-4157-896D-6F5D80BC298C}" dt="2022-10-11T12:03:30.449" v="323" actId="1076"/>
        <pc:sldMkLst>
          <pc:docMk/>
          <pc:sldMk cId="0" sldId="313"/>
        </pc:sldMkLst>
        <pc:spChg chg="mod">
          <ac:chgData name="nidheesh" userId="ba23f043-57f5-4ea1-9cac-0e86480d769c" providerId="ADAL" clId="{851BA7B0-22FB-4157-896D-6F5D80BC298C}" dt="2022-10-11T12:03:20.234" v="320" actId="14100"/>
          <ac:spMkLst>
            <pc:docMk/>
            <pc:sldMk cId="0" sldId="313"/>
            <ac:spMk id="54275" creationId="{E8F382F7-7D06-9457-E8A8-35BAA2CB3F58}"/>
          </ac:spMkLst>
        </pc:spChg>
        <pc:picChg chg="mod">
          <ac:chgData name="nidheesh" userId="ba23f043-57f5-4ea1-9cac-0e86480d769c" providerId="ADAL" clId="{851BA7B0-22FB-4157-896D-6F5D80BC298C}" dt="2022-10-11T12:03:22.930" v="321" actId="1076"/>
          <ac:picMkLst>
            <pc:docMk/>
            <pc:sldMk cId="0" sldId="313"/>
            <ac:picMk id="54277" creationId="{0173F5C2-12DE-AFB7-48B0-A1275D9A9EC0}"/>
          </ac:picMkLst>
        </pc:picChg>
        <pc:picChg chg="mod">
          <ac:chgData name="nidheesh" userId="ba23f043-57f5-4ea1-9cac-0e86480d769c" providerId="ADAL" clId="{851BA7B0-22FB-4157-896D-6F5D80BC298C}" dt="2022-10-11T12:03:26.785" v="322" actId="1076"/>
          <ac:picMkLst>
            <pc:docMk/>
            <pc:sldMk cId="0" sldId="313"/>
            <ac:picMk id="54278" creationId="{6B69A5AC-A133-4536-F86D-99D8E9E90E7A}"/>
          </ac:picMkLst>
        </pc:picChg>
        <pc:picChg chg="mod">
          <ac:chgData name="nidheesh" userId="ba23f043-57f5-4ea1-9cac-0e86480d769c" providerId="ADAL" clId="{851BA7B0-22FB-4157-896D-6F5D80BC298C}" dt="2022-10-11T12:03:30.449" v="323" actId="1076"/>
          <ac:picMkLst>
            <pc:docMk/>
            <pc:sldMk cId="0" sldId="313"/>
            <ac:picMk id="54279" creationId="{07E5AF58-B98A-D25D-1BD0-C697FC619BCA}"/>
          </ac:picMkLst>
        </pc:picChg>
      </pc:sldChg>
      <pc:sldChg chg="modSp add mod">
        <pc:chgData name="nidheesh" userId="ba23f043-57f5-4ea1-9cac-0e86480d769c" providerId="ADAL" clId="{851BA7B0-22FB-4157-896D-6F5D80BC298C}" dt="2022-10-11T12:05:28.969" v="348" actId="1076"/>
        <pc:sldMkLst>
          <pc:docMk/>
          <pc:sldMk cId="0" sldId="315"/>
        </pc:sldMkLst>
        <pc:spChg chg="mod">
          <ac:chgData name="nidheesh" userId="ba23f043-57f5-4ea1-9cac-0e86480d769c" providerId="ADAL" clId="{851BA7B0-22FB-4157-896D-6F5D80BC298C}" dt="2022-10-11T12:05:13.777" v="346" actId="1076"/>
          <ac:spMkLst>
            <pc:docMk/>
            <pc:sldMk cId="0" sldId="315"/>
            <ac:spMk id="58371" creationId="{41900219-FAE1-1FA2-242D-D60F65970633}"/>
          </ac:spMkLst>
        </pc:spChg>
        <pc:spChg chg="mod">
          <ac:chgData name="nidheesh" userId="ba23f043-57f5-4ea1-9cac-0e86480d769c" providerId="ADAL" clId="{851BA7B0-22FB-4157-896D-6F5D80BC298C}" dt="2022-10-11T12:04:59.466" v="344" actId="1076"/>
          <ac:spMkLst>
            <pc:docMk/>
            <pc:sldMk cId="0" sldId="315"/>
            <ac:spMk id="295938" creationId="{510E8BCC-E395-3624-52A4-E02279393174}"/>
          </ac:spMkLst>
        </pc:spChg>
        <pc:picChg chg="mod">
          <ac:chgData name="nidheesh" userId="ba23f043-57f5-4ea1-9cac-0e86480d769c" providerId="ADAL" clId="{851BA7B0-22FB-4157-896D-6F5D80BC298C}" dt="2022-10-11T12:05:18.521" v="347" actId="1076"/>
          <ac:picMkLst>
            <pc:docMk/>
            <pc:sldMk cId="0" sldId="315"/>
            <ac:picMk id="58373" creationId="{FB3AC39A-33B6-6849-F236-D40C25BEB298}"/>
          </ac:picMkLst>
        </pc:picChg>
        <pc:picChg chg="mod">
          <ac:chgData name="nidheesh" userId="ba23f043-57f5-4ea1-9cac-0e86480d769c" providerId="ADAL" clId="{851BA7B0-22FB-4157-896D-6F5D80BC298C}" dt="2022-10-11T12:05:28.969" v="348" actId="1076"/>
          <ac:picMkLst>
            <pc:docMk/>
            <pc:sldMk cId="0" sldId="315"/>
            <ac:picMk id="58374" creationId="{11D3AB32-4B6B-171D-4F40-006BBE8B9A82}"/>
          </ac:picMkLst>
        </pc:picChg>
        <pc:picChg chg="mod">
          <ac:chgData name="nidheesh" userId="ba23f043-57f5-4ea1-9cac-0e86480d769c" providerId="ADAL" clId="{851BA7B0-22FB-4157-896D-6F5D80BC298C}" dt="2022-10-11T12:05:07.417" v="345" actId="1076"/>
          <ac:picMkLst>
            <pc:docMk/>
            <pc:sldMk cId="0" sldId="315"/>
            <ac:picMk id="58375" creationId="{5AEFD78E-2405-5921-AD25-3CB97357813F}"/>
          </ac:picMkLst>
        </pc:picChg>
      </pc:sldChg>
      <pc:sldChg chg="modSp add mod">
        <pc:chgData name="nidheesh" userId="ba23f043-57f5-4ea1-9cac-0e86480d769c" providerId="ADAL" clId="{851BA7B0-22FB-4157-896D-6F5D80BC298C}" dt="2022-10-11T12:07:18.185" v="358" actId="6549"/>
        <pc:sldMkLst>
          <pc:docMk/>
          <pc:sldMk cId="0" sldId="316"/>
        </pc:sldMkLst>
        <pc:spChg chg="mod">
          <ac:chgData name="nidheesh" userId="ba23f043-57f5-4ea1-9cac-0e86480d769c" providerId="ADAL" clId="{851BA7B0-22FB-4157-896D-6F5D80BC298C}" dt="2022-10-11T12:07:18.185" v="358" actId="6549"/>
          <ac:spMkLst>
            <pc:docMk/>
            <pc:sldMk cId="0" sldId="316"/>
            <ac:spMk id="296963" creationId="{4FD1366A-631A-1D56-4265-3875A2A96CEC}"/>
          </ac:spMkLst>
        </pc:spChg>
      </pc:sldChg>
      <pc:sldChg chg="add">
        <pc:chgData name="nidheesh" userId="ba23f043-57f5-4ea1-9cac-0e86480d769c" providerId="ADAL" clId="{851BA7B0-22FB-4157-896D-6F5D80BC298C}" dt="2022-10-11T12:06:08.756" v="351"/>
        <pc:sldMkLst>
          <pc:docMk/>
          <pc:sldMk cId="0" sldId="317"/>
        </pc:sldMkLst>
      </pc:sldChg>
      <pc:sldChg chg="modSp add mod">
        <pc:chgData name="nidheesh" userId="ba23f043-57f5-4ea1-9cac-0e86480d769c" providerId="ADAL" clId="{851BA7B0-22FB-4157-896D-6F5D80BC298C}" dt="2022-10-11T11:56:22.538" v="248" actId="14100"/>
        <pc:sldMkLst>
          <pc:docMk/>
          <pc:sldMk cId="0" sldId="346"/>
        </pc:sldMkLst>
        <pc:spChg chg="mod">
          <ac:chgData name="nidheesh" userId="ba23f043-57f5-4ea1-9cac-0e86480d769c" providerId="ADAL" clId="{851BA7B0-22FB-4157-896D-6F5D80BC298C}" dt="2022-10-10T04:32:00.540" v="213" actId="27636"/>
          <ac:spMkLst>
            <pc:docMk/>
            <pc:sldMk cId="0" sldId="346"/>
            <ac:spMk id="17411" creationId="{DC17455F-85C9-17D1-962F-E24E32299873}"/>
          </ac:spMkLst>
        </pc:spChg>
        <pc:spChg chg="mod">
          <ac:chgData name="nidheesh" userId="ba23f043-57f5-4ea1-9cac-0e86480d769c" providerId="ADAL" clId="{851BA7B0-22FB-4157-896D-6F5D80BC298C}" dt="2022-10-11T11:56:22.538" v="248" actId="14100"/>
          <ac:spMkLst>
            <pc:docMk/>
            <pc:sldMk cId="0" sldId="346"/>
            <ac:spMk id="338946" creationId="{38201697-F540-57EA-0D72-AEED19FFAD2E}"/>
          </ac:spMkLst>
        </pc:spChg>
      </pc:sldChg>
      <pc:sldChg chg="modSp add mod">
        <pc:chgData name="nidheesh" userId="ba23f043-57f5-4ea1-9cac-0e86480d769c" providerId="ADAL" clId="{851BA7B0-22FB-4157-896D-6F5D80BC298C}" dt="2022-10-11T12:04:09.121" v="341" actId="20577"/>
        <pc:sldMkLst>
          <pc:docMk/>
          <pc:sldMk cId="0" sldId="351"/>
        </pc:sldMkLst>
        <pc:spChg chg="mod">
          <ac:chgData name="nidheesh" userId="ba23f043-57f5-4ea1-9cac-0e86480d769c" providerId="ADAL" clId="{851BA7B0-22FB-4157-896D-6F5D80BC298C}" dt="2022-10-11T12:04:09.121" v="341" actId="20577"/>
          <ac:spMkLst>
            <pc:docMk/>
            <pc:sldMk cId="0" sldId="351"/>
            <ac:spMk id="56323" creationId="{F1AD6D6F-C037-0CF5-C0F7-148B809C3C89}"/>
          </ac:spMkLst>
        </pc:spChg>
      </pc:sldChg>
      <pc:sldChg chg="addSp delSp modSp add mod modNotes">
        <pc:chgData name="nidheesh" userId="ba23f043-57f5-4ea1-9cac-0e86480d769c" providerId="ADAL" clId="{851BA7B0-22FB-4157-896D-6F5D80BC298C}" dt="2022-10-11T11:58:06.570" v="288" actId="403"/>
        <pc:sldMkLst>
          <pc:docMk/>
          <pc:sldMk cId="0" sldId="354"/>
        </pc:sldMkLst>
        <pc:spChg chg="add mod">
          <ac:chgData name="nidheesh" userId="ba23f043-57f5-4ea1-9cac-0e86480d769c" providerId="ADAL" clId="{851BA7B0-22FB-4157-896D-6F5D80BC298C}" dt="2022-10-11T11:58:06.570" v="288" actId="403"/>
          <ac:spMkLst>
            <pc:docMk/>
            <pc:sldMk cId="0" sldId="354"/>
            <ac:spMk id="2" creationId="{EB61B75D-6120-774A-5346-538744A49527}"/>
          </ac:spMkLst>
        </pc:spChg>
        <pc:spChg chg="add del mod">
          <ac:chgData name="nidheesh" userId="ba23f043-57f5-4ea1-9cac-0e86480d769c" providerId="ADAL" clId="{851BA7B0-22FB-4157-896D-6F5D80BC298C}" dt="2022-10-11T11:57:23.948" v="260"/>
          <ac:spMkLst>
            <pc:docMk/>
            <pc:sldMk cId="0" sldId="354"/>
            <ac:spMk id="35843" creationId="{C5858D88-28F0-3C33-A2D7-6252592F08B8}"/>
          </ac:spMkLst>
        </pc:spChg>
        <pc:picChg chg="mod">
          <ac:chgData name="nidheesh" userId="ba23f043-57f5-4ea1-9cac-0e86480d769c" providerId="ADAL" clId="{851BA7B0-22FB-4157-896D-6F5D80BC298C}" dt="2022-10-11T11:57:22.738" v="258" actId="1076"/>
          <ac:picMkLst>
            <pc:docMk/>
            <pc:sldMk cId="0" sldId="354"/>
            <ac:picMk id="35844" creationId="{D7BCEE84-7001-F765-1303-18900E1B3F81}"/>
          </ac:picMkLst>
        </pc:picChg>
      </pc:sldChg>
      <pc:sldChg chg="del">
        <pc:chgData name="nidheesh" userId="ba23f043-57f5-4ea1-9cac-0e86480d769c" providerId="ADAL" clId="{851BA7B0-22FB-4157-896D-6F5D80BC298C}" dt="2022-10-06T13:20:42.946" v="105" actId="47"/>
        <pc:sldMkLst>
          <pc:docMk/>
          <pc:sldMk cId="0" sldId="368"/>
        </pc:sldMkLst>
      </pc:sldChg>
      <pc:sldChg chg="del">
        <pc:chgData name="nidheesh" userId="ba23f043-57f5-4ea1-9cac-0e86480d769c" providerId="ADAL" clId="{851BA7B0-22FB-4157-896D-6F5D80BC298C}" dt="2022-10-06T13:20:42.946" v="105" actId="47"/>
        <pc:sldMkLst>
          <pc:docMk/>
          <pc:sldMk cId="0" sldId="369"/>
        </pc:sldMkLst>
      </pc:sldChg>
      <pc:sldChg chg="del">
        <pc:chgData name="nidheesh" userId="ba23f043-57f5-4ea1-9cac-0e86480d769c" providerId="ADAL" clId="{851BA7B0-22FB-4157-896D-6F5D80BC298C}" dt="2022-10-06T13:20:42.946" v="105" actId="47"/>
        <pc:sldMkLst>
          <pc:docMk/>
          <pc:sldMk cId="0" sldId="370"/>
        </pc:sldMkLst>
      </pc:sldChg>
      <pc:sldChg chg="del">
        <pc:chgData name="nidheesh" userId="ba23f043-57f5-4ea1-9cac-0e86480d769c" providerId="ADAL" clId="{851BA7B0-22FB-4157-896D-6F5D80BC298C}" dt="2022-10-06T13:20:42.946" v="105" actId="47"/>
        <pc:sldMkLst>
          <pc:docMk/>
          <pc:sldMk cId="0" sldId="371"/>
        </pc:sldMkLst>
      </pc:sldChg>
      <pc:sldChg chg="modSp mod">
        <pc:chgData name="nidheesh" userId="ba23f043-57f5-4ea1-9cac-0e86480d769c" providerId="ADAL" clId="{851BA7B0-22FB-4157-896D-6F5D80BC298C}" dt="2022-10-06T13:23:47.766" v="195" actId="20577"/>
        <pc:sldMkLst>
          <pc:docMk/>
          <pc:sldMk cId="0" sldId="372"/>
        </pc:sldMkLst>
        <pc:spChg chg="mod">
          <ac:chgData name="nidheesh" userId="ba23f043-57f5-4ea1-9cac-0e86480d769c" providerId="ADAL" clId="{851BA7B0-22FB-4157-896D-6F5D80BC298C}" dt="2022-10-06T13:23:47.766" v="195" actId="20577"/>
          <ac:spMkLst>
            <pc:docMk/>
            <pc:sldMk cId="0" sldId="372"/>
            <ac:spMk id="21507" creationId="{670F6E9C-648F-5196-CFA6-F38306BCE9CD}"/>
          </ac:spMkLst>
        </pc:spChg>
        <pc:spChg chg="mod">
          <ac:chgData name="nidheesh" userId="ba23f043-57f5-4ea1-9cac-0e86480d769c" providerId="ADAL" clId="{851BA7B0-22FB-4157-896D-6F5D80BC298C}" dt="2022-10-06T13:21:33.240" v="116" actId="20577"/>
          <ac:spMkLst>
            <pc:docMk/>
            <pc:sldMk cId="0" sldId="372"/>
            <ac:spMk id="382978" creationId="{4B467A86-CBD9-5703-3EFD-58B337D041BA}"/>
          </ac:spMkLst>
        </pc:spChg>
      </pc:sldChg>
      <pc:sldChg chg="modSp new mod">
        <pc:chgData name="nidheesh" userId="ba23f043-57f5-4ea1-9cac-0e86480d769c" providerId="ADAL" clId="{851BA7B0-22FB-4157-896D-6F5D80BC298C}" dt="2022-10-11T06:36:26.895" v="230" actId="5793"/>
        <pc:sldMkLst>
          <pc:docMk/>
          <pc:sldMk cId="2845664661" sldId="373"/>
        </pc:sldMkLst>
        <pc:spChg chg="mod">
          <ac:chgData name="nidheesh" userId="ba23f043-57f5-4ea1-9cac-0e86480d769c" providerId="ADAL" clId="{851BA7B0-22FB-4157-896D-6F5D80BC298C}" dt="2022-10-11T06:36:26.895" v="230" actId="5793"/>
          <ac:spMkLst>
            <pc:docMk/>
            <pc:sldMk cId="2845664661" sldId="373"/>
            <ac:spMk id="2" creationId="{CD2544D2-4D9E-248B-324C-6887BAA172F1}"/>
          </ac:spMkLst>
        </pc:spChg>
        <pc:spChg chg="mod">
          <ac:chgData name="nidheesh" userId="ba23f043-57f5-4ea1-9cac-0e86480d769c" providerId="ADAL" clId="{851BA7B0-22FB-4157-896D-6F5D80BC298C}" dt="2022-10-10T04:30:37.679" v="208" actId="27636"/>
          <ac:spMkLst>
            <pc:docMk/>
            <pc:sldMk cId="2845664661" sldId="373"/>
            <ac:spMk id="3" creationId="{DB2F3211-35A4-85AF-5818-4588ABEF3BDB}"/>
          </ac:spMkLst>
        </pc:spChg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374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375"/>
        </pc:sldMkLst>
      </pc:sldChg>
      <pc:sldChg chg="add">
        <pc:chgData name="nidheesh" userId="ba23f043-57f5-4ea1-9cac-0e86480d769c" providerId="ADAL" clId="{851BA7B0-22FB-4157-896D-6F5D80BC298C}" dt="2022-10-11T11:35:48.758" v="233"/>
        <pc:sldMkLst>
          <pc:docMk/>
          <pc:sldMk cId="0" sldId="376"/>
        </pc:sldMkLst>
      </pc:sldChg>
      <pc:sldChg chg="add">
        <pc:chgData name="nidheesh" userId="ba23f043-57f5-4ea1-9cac-0e86480d769c" providerId="ADAL" clId="{851BA7B0-22FB-4157-896D-6F5D80BC298C}" dt="2022-10-11T11:50:42.483" v="238"/>
        <pc:sldMkLst>
          <pc:docMk/>
          <pc:sldMk cId="0" sldId="377"/>
        </pc:sldMkLst>
      </pc:sldChg>
      <pc:sldChg chg="modSp add del mod">
        <pc:chgData name="nidheesh" userId="ba23f043-57f5-4ea1-9cac-0e86480d769c" providerId="ADAL" clId="{851BA7B0-22FB-4157-896D-6F5D80BC298C}" dt="2022-10-11T11:51:21.005" v="241" actId="47"/>
        <pc:sldMkLst>
          <pc:docMk/>
          <pc:sldMk cId="4020571595" sldId="378"/>
        </pc:sldMkLst>
        <pc:spChg chg="mod">
          <ac:chgData name="nidheesh" userId="ba23f043-57f5-4ea1-9cac-0e86480d769c" providerId="ADAL" clId="{851BA7B0-22FB-4157-896D-6F5D80BC298C}" dt="2022-10-11T11:50:59.792" v="240" actId="27636"/>
          <ac:spMkLst>
            <pc:docMk/>
            <pc:sldMk cId="4020571595" sldId="378"/>
            <ac:spMk id="3" creationId="{00000000-0000-0000-0000-000000000000}"/>
          </ac:spMkLst>
        </pc:spChg>
      </pc:sldChg>
      <pc:sldChg chg="addSp delSp modSp new mod">
        <pc:chgData name="nidheesh" userId="ba23f043-57f5-4ea1-9cac-0e86480d769c" providerId="ADAL" clId="{851BA7B0-22FB-4157-896D-6F5D80BC298C}" dt="2022-10-11T12:01:04.050" v="312" actId="1076"/>
        <pc:sldMkLst>
          <pc:docMk/>
          <pc:sldMk cId="4020571595" sldId="378"/>
        </pc:sldMkLst>
        <pc:spChg chg="mod">
          <ac:chgData name="nidheesh" userId="ba23f043-57f5-4ea1-9cac-0e86480d769c" providerId="ADAL" clId="{851BA7B0-22FB-4157-896D-6F5D80BC298C}" dt="2022-10-11T12:01:04.050" v="312" actId="1076"/>
          <ac:spMkLst>
            <pc:docMk/>
            <pc:sldMk cId="4020571595" sldId="378"/>
            <ac:spMk id="2" creationId="{477CC204-BE8E-0838-0C82-2CAA94CD9EA4}"/>
          </ac:spMkLst>
        </pc:spChg>
        <pc:spChg chg="del">
          <ac:chgData name="nidheesh" userId="ba23f043-57f5-4ea1-9cac-0e86480d769c" providerId="ADAL" clId="{851BA7B0-22FB-4157-896D-6F5D80BC298C}" dt="2022-10-11T11:58:56.894" v="290"/>
          <ac:spMkLst>
            <pc:docMk/>
            <pc:sldMk cId="4020571595" sldId="378"/>
            <ac:spMk id="3" creationId="{BEE96C1F-05CD-691D-400B-F46EF14711E0}"/>
          </ac:spMkLst>
        </pc:spChg>
        <pc:picChg chg="add mod">
          <ac:chgData name="nidheesh" userId="ba23f043-57f5-4ea1-9cac-0e86480d769c" providerId="ADAL" clId="{851BA7B0-22FB-4157-896D-6F5D80BC298C}" dt="2022-10-11T12:00:35.921" v="306" actId="14100"/>
          <ac:picMkLst>
            <pc:docMk/>
            <pc:sldMk cId="4020571595" sldId="378"/>
            <ac:picMk id="4" creationId="{A789F241-07CD-EBAA-8182-9764CCD8A1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16733F-15EF-1B4D-9226-92DE12E4B2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19F92-688F-1448-9648-D71E817F42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8E583-B028-1D43-B6E1-2D2917F185DA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83346-784F-2B42-840A-678DDF515D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17335-AD71-B94A-AF41-1076FFA852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AAAC5-8CF5-AB40-9262-A1CFC20C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19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39F3-1AAD-FC4D-A04F-76D148ABB792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66FC8-4927-614B-A5B7-98373311A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0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1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CB61269-BA23-21AD-DF15-63E9B7159F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508C279F-0302-A82C-D758-58ECCCBC6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굴림" panose="020B0503020000020004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7EFFCC4D-F947-B1FE-6A7F-E1940A89E0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2F4F53A-B5F5-EB72-1CAC-2DD92A74F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33C87D11-DD47-CC8E-655A-18EA248795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18C8E5AE-84EA-8088-A99B-B48329FDE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77C2DB5F-7C70-6852-856C-EB4175ABEA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704123C8-EB82-7DBF-819C-CECB5A6C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905830F-7951-EEA8-024B-6414F090FC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3CB8F683-16A2-0CE3-49F6-2BB5FA309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8B7B8163-768D-565A-CD61-3EF69FFC4F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8676081-5734-BE61-E641-02B05419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6102518E-4979-53C9-641B-B8282F6F83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52D5B837-09A5-0E98-A81E-9B5EDC331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1951E58-140B-3912-72B1-386FEE92F6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227C0E6F-2D2B-FCE3-7077-D0441A8E5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572B9EC6-1951-B4EA-8958-E60F7AE8D6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2FFB03CB-86F3-C102-768D-408FE62F4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4BEC2227-4DB5-11C1-F2FB-0D968CA959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B93B063-FA17-FAF5-9D51-1B0B401B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32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4"/>
            <a:ext cx="7788634" cy="1515482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8087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>
            <a:lvl1pPr>
              <a:defRPr>
                <a:latin typeface="Avenir Next LT Pro"/>
              </a:defRPr>
            </a:lvl1pPr>
            <a:lvl2pPr>
              <a:defRPr>
                <a:latin typeface="Avenir Next LT Pro"/>
              </a:defRPr>
            </a:lvl2pPr>
            <a:lvl3pPr>
              <a:defRPr>
                <a:latin typeface="Avenir Next LT Pro"/>
              </a:defRPr>
            </a:lvl3pPr>
            <a:lvl4pPr>
              <a:defRPr>
                <a:latin typeface="Avenir Next LT Pro"/>
              </a:defRPr>
            </a:lvl4pPr>
            <a:lvl5pPr>
              <a:defRPr>
                <a:latin typeface="Avenir Next LT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61535"/>
            <a:ext cx="5181600" cy="45202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461535"/>
            <a:ext cx="5181600" cy="45202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41052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234440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41052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2234440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3"/>
            <a:ext cx="9144000" cy="1277937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47820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71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3345180" y="2707279"/>
            <a:ext cx="0" cy="2283821"/>
          </a:xfrm>
          <a:prstGeom prst="line">
            <a:avLst/>
          </a:prstGeom>
          <a:ln w="349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861" y="2544174"/>
            <a:ext cx="4801940" cy="153343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08045-AFC8-D948-A7AA-36ABBAEE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46E20-E261-4F47-BDD7-A38268798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79CD-E371-CC40-A4D1-6741D9D89E99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1A1CC-00CC-5A4A-B6A4-D2B0F6123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023C7-E3BA-934E-ACD8-ACE53FA0D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9B101-B82C-6745-856F-2822ADCE93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2CC90-A706-DB43-AD69-4727A1685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095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096000"/>
            <a:ext cx="12192000" cy="771800"/>
          </a:xfrm>
          <a:prstGeom prst="rect">
            <a:avLst/>
          </a:prstGeom>
          <a:solidFill>
            <a:srgbClr val="000000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5977"/>
            <a:ext cx="10515600" cy="9865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786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140361"/>
            <a:ext cx="12192000" cy="727439"/>
          </a:xfrm>
          <a:prstGeom prst="rect">
            <a:avLst/>
          </a:prstGeom>
          <a:solidFill>
            <a:srgbClr val="B6114D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0" y="6195046"/>
            <a:ext cx="1935479" cy="61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46704" y="3828010"/>
            <a:ext cx="9006840" cy="988469"/>
          </a:xfrm>
        </p:spPr>
        <p:txBody>
          <a:bodyPr>
            <a:noAutofit/>
          </a:bodyPr>
          <a:lstStyle/>
          <a:p>
            <a:r>
              <a:rPr lang="en-CA" sz="3800" b="1" dirty="0">
                <a:cs typeface="Adobe Hebrew" panose="02040503050201020203" pitchFamily="18" charset="-79"/>
              </a:rPr>
              <a:t>Data Engineering &amp; Administration - 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28F2F-1B95-4241-9794-E0413FBDD5AB}"/>
              </a:ext>
            </a:extLst>
          </p:cNvPr>
          <p:cNvSpPr txBox="1"/>
          <p:nvPr/>
        </p:nvSpPr>
        <p:spPr>
          <a:xfrm>
            <a:off x="8400836" y="5903893"/>
            <a:ext cx="3791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/>
              <a:t>Nidheesh M., PhD</a:t>
            </a:r>
            <a:br>
              <a:rPr lang="en-IN" sz="2400" dirty="0"/>
            </a:br>
            <a:r>
              <a:rPr lang="en-IN" sz="2400" dirty="0"/>
              <a:t>School of Biotechnology</a:t>
            </a:r>
          </a:p>
        </p:txBody>
      </p:sp>
    </p:spTree>
    <p:extLst>
      <p:ext uri="{BB962C8B-B14F-4D97-AF65-F5344CB8AC3E}">
        <p14:creationId xmlns:p14="http://schemas.microsoft.com/office/powerpoint/2010/main" val="243098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4B467A86-CBD9-5703-3EFD-58B337D041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4604" y="609600"/>
            <a:ext cx="8477596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Contents </a:t>
            </a:r>
            <a:endParaRPr lang="en-AU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70F6E9C-648F-5196-CFA6-F38306BCE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4355" y="1600200"/>
            <a:ext cx="10178935" cy="4648200"/>
          </a:xfrm>
        </p:spPr>
        <p:txBody>
          <a:bodyPr>
            <a:normAutofit/>
          </a:bodyPr>
          <a:lstStyle/>
          <a:p>
            <a:r>
              <a:rPr lang="en-US" altLang="en-US" dirty="0"/>
              <a:t>Overview of The SQL Query Language</a:t>
            </a:r>
          </a:p>
          <a:p>
            <a:r>
              <a:rPr lang="en-US" altLang="en-US" dirty="0"/>
              <a:t>History</a:t>
            </a:r>
          </a:p>
          <a:p>
            <a:r>
              <a:rPr lang="en-US" altLang="en-US" dirty="0"/>
              <a:t>Data Definition</a:t>
            </a:r>
          </a:p>
          <a:p>
            <a:r>
              <a:rPr lang="en-US" altLang="en-US" dirty="0"/>
              <a:t>Data Manipulation</a:t>
            </a:r>
          </a:p>
          <a:p>
            <a:r>
              <a:rPr lang="en-US" altLang="en-US" dirty="0"/>
              <a:t>Data Control</a:t>
            </a:r>
          </a:p>
          <a:p>
            <a:r>
              <a:rPr lang="en-US" altLang="en-US" dirty="0"/>
              <a:t>Set Operations</a:t>
            </a:r>
          </a:p>
          <a:p>
            <a:r>
              <a:rPr lang="en-US" altLang="en-US" dirty="0"/>
              <a:t>Queries &amp; Subqueries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05C2-DDF7-07C6-8CE1-06A56795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B173-3034-6B88-EFD0-E7DA19EF2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6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5CDB058-E439-A9FC-45DC-4C419439E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 –Structured Query Language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ED98592-D098-9B2F-D1BB-E05FBB28A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Standardized by AN SI and ISO.</a:t>
            </a:r>
          </a:p>
          <a:p>
            <a:r>
              <a:rPr lang="en-US" altLang="en-US" dirty="0"/>
              <a:t>Language to interact with  Database.</a:t>
            </a:r>
          </a:p>
          <a:p>
            <a:r>
              <a:rPr lang="en-US" altLang="en-US" sz="2800" dirty="0"/>
              <a:t>The standard for relational database management systems (RDBMS) </a:t>
            </a:r>
          </a:p>
          <a:p>
            <a:pPr lvl="1"/>
            <a:r>
              <a:rPr lang="en-US" altLang="en-US" dirty="0"/>
              <a:t>Reduced training costs</a:t>
            </a:r>
          </a:p>
          <a:p>
            <a:pPr lvl="1"/>
            <a:r>
              <a:rPr lang="en-US" altLang="en-US" dirty="0"/>
              <a:t>Productivity</a:t>
            </a:r>
          </a:p>
          <a:p>
            <a:pPr lvl="1"/>
            <a:r>
              <a:rPr lang="en-US" altLang="en-US" dirty="0"/>
              <a:t>Application portability</a:t>
            </a:r>
          </a:p>
          <a:p>
            <a:pPr lvl="1"/>
            <a:r>
              <a:rPr lang="en-US" altLang="en-US" dirty="0"/>
              <a:t>Application longevity</a:t>
            </a:r>
          </a:p>
          <a:p>
            <a:pPr lvl="1"/>
            <a:r>
              <a:rPr lang="en-US" altLang="en-US" dirty="0"/>
              <a:t>Reduced dependence on a single vendor</a:t>
            </a:r>
          </a:p>
          <a:p>
            <a:pPr lvl="1"/>
            <a:r>
              <a:rPr lang="en-US" altLang="en-US" dirty="0"/>
              <a:t>Cross-system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38201697-F540-57EA-0D72-AEED19FFA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250" y="363539"/>
            <a:ext cx="9505950" cy="739775"/>
          </a:xfrm>
        </p:spPr>
        <p:txBody>
          <a:bodyPr/>
          <a:lstStyle/>
          <a:p>
            <a:pPr>
              <a:defRPr/>
            </a:pPr>
            <a:r>
              <a:rPr dirty="0"/>
              <a:t>History of SQL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C17455F-85C9-17D1-962F-E24E322998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5936" y="1303338"/>
            <a:ext cx="9434065" cy="455999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sz="3000" dirty="0"/>
              <a:t>1970–E. F. Codd develops relational database concept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1974-1979–System R with Sequel (later SQL) created at IBM Research Lab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1979–Oracle markets first relational DB with SQL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1981 – SQL/DS first available RDBMS system on DOS/VSE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Others followed: INGRES (1981), IDM (1982), DG/SGL (1984), Sybase (1986)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1986–ANSI SQL standard released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1989, 1992, 1999, 2003, 2006, 2008–Major ANSI standard updates</a:t>
            </a:r>
          </a:p>
          <a:p>
            <a:pPr>
              <a:lnSpc>
                <a:spcPct val="110000"/>
              </a:lnSpc>
            </a:pPr>
            <a:r>
              <a:rPr lang="en-US" altLang="en-US" sz="3000" dirty="0"/>
              <a:t>Current–SQL is supported by most major database vendors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9AC965D5-22D1-17CE-0FF5-6ABEB836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24211-CB3E-4BF7-B609-366109E52D6C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44D2-4D9E-248B-324C-6887BAA1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365125"/>
            <a:ext cx="10925175" cy="917023"/>
          </a:xfrm>
        </p:spPr>
        <p:txBody>
          <a:bodyPr/>
          <a:lstStyle/>
          <a:p>
            <a:r>
              <a:rPr lang="en-IN" dirty="0"/>
              <a:t> SQL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F3211-35A4-85AF-5818-4588ABEF3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Catalog</a:t>
            </a:r>
            <a:r>
              <a:rPr lang="en-US" altLang="en-US" sz="2400" dirty="0"/>
              <a:t>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 set of schemas that constitute the description of a database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Schema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 structure that contains descriptions of objects created by a user (base tables, views, constraints)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Data Definition Language (DDL)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Commands that define a database, including creating, altering, and dropping tables and establishing constraints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Data Manipulation Language (DML)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Commands that maintain and query a database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Data Control Language (DCL)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Commands that control a database, including administering privileges and committing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66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5CDB058-E439-A9FC-45DC-4C419439E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 –Structured Query Language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ED98592-D098-9B2F-D1BB-E05FBB28A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Standardized by AN SI and ISO.</a:t>
            </a:r>
          </a:p>
          <a:p>
            <a:r>
              <a:rPr lang="en-US" altLang="en-US"/>
              <a:t>Language to interact with  Database.</a:t>
            </a:r>
          </a:p>
          <a:p>
            <a:r>
              <a:rPr lang="en-US" altLang="en-US"/>
              <a:t>Partitioned into </a:t>
            </a:r>
          </a:p>
          <a:p>
            <a:pPr lvl="1"/>
            <a:r>
              <a:rPr lang="en-US" altLang="en-US"/>
              <a:t>Data Definition Language.</a:t>
            </a:r>
          </a:p>
          <a:p>
            <a:pPr lvl="1"/>
            <a:r>
              <a:rPr lang="en-US" altLang="en-US"/>
              <a:t>Data Manipulation Language.</a:t>
            </a:r>
          </a:p>
          <a:p>
            <a:pPr lvl="1"/>
            <a:r>
              <a:rPr lang="en-US" altLang="en-US"/>
              <a:t>Data Control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CF0E0A4-F1C0-8EDE-6B62-657330792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Definition Language-DDL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050526F-EB86-1BBE-6DAB-914783204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to define the data.</a:t>
            </a:r>
          </a:p>
          <a:p>
            <a:r>
              <a:rPr lang="en-US" altLang="en-US"/>
              <a:t>Example : Creating a DB Object.</a:t>
            </a:r>
          </a:p>
          <a:p>
            <a:r>
              <a:rPr lang="en-US" altLang="en-US"/>
              <a:t>Commands:</a:t>
            </a:r>
          </a:p>
          <a:p>
            <a:pPr lvl="1"/>
            <a:r>
              <a:rPr lang="en-US" altLang="en-US"/>
              <a:t>CREATE</a:t>
            </a:r>
          </a:p>
          <a:p>
            <a:pPr lvl="1"/>
            <a:r>
              <a:rPr lang="en-US" altLang="en-US"/>
              <a:t>ALTER</a:t>
            </a:r>
          </a:p>
          <a:p>
            <a:pPr lvl="1"/>
            <a:r>
              <a:rPr lang="en-US" altLang="en-US"/>
              <a:t>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MySQL</a:t>
            </a:r>
            <a:r>
              <a:rPr lang="en-US" dirty="0"/>
              <a:t>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TINYINT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 (&lt;length&gt;)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 (&lt;</a:t>
                      </a:r>
                      <a:r>
                        <a:rPr lang="en-US" dirty="0" err="1"/>
                        <a:t>maxlength</a:t>
                      </a:r>
                      <a:r>
                        <a:rPr lang="en-US" dirty="0"/>
                        <a:t>&gt;)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2E872FAE-E192-4CF8-39D6-8B335013D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330200"/>
            <a:ext cx="9867900" cy="1143000"/>
          </a:xfrm>
        </p:spPr>
        <p:txBody>
          <a:bodyPr/>
          <a:lstStyle/>
          <a:p>
            <a:pPr>
              <a:defRPr/>
            </a:pPr>
            <a:r>
              <a:rPr dirty="0"/>
              <a:t>SQL Database Definition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90C9442-7E17-E364-9958-07875BC68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7863" y="1608138"/>
            <a:ext cx="9867900" cy="3963987"/>
          </a:xfrm>
        </p:spPr>
        <p:txBody>
          <a:bodyPr/>
          <a:lstStyle/>
          <a:p>
            <a:pPr eaLnBrk="1" hangingPunct="1"/>
            <a:r>
              <a:rPr lang="en-US" altLang="en-US" dirty="0"/>
              <a:t>Data Definition Language (DDL)</a:t>
            </a:r>
          </a:p>
          <a:p>
            <a:pPr eaLnBrk="1" hangingPunct="1"/>
            <a:r>
              <a:rPr lang="en-US" altLang="en-US" dirty="0"/>
              <a:t>Major CREATE statements:</a:t>
            </a:r>
          </a:p>
          <a:p>
            <a:pPr lvl="1" eaLnBrk="1" hangingPunct="1"/>
            <a:r>
              <a:rPr lang="en-US" altLang="en-US" dirty="0"/>
              <a:t>CREATE SCHEMA–defines a portion of the database owned by a particular user</a:t>
            </a:r>
          </a:p>
          <a:p>
            <a:pPr lvl="1" eaLnBrk="1" hangingPunct="1"/>
            <a:r>
              <a:rPr lang="en-US" altLang="en-US" dirty="0"/>
              <a:t>CREATE TABLE–defines a new table and its columns</a:t>
            </a:r>
          </a:p>
          <a:p>
            <a:pPr lvl="1" eaLnBrk="1" hangingPunct="1"/>
            <a:r>
              <a:rPr lang="en-US" altLang="en-US" dirty="0"/>
              <a:t>CREATE VIEW–defines a logical table from one or more tables or views</a:t>
            </a:r>
          </a:p>
          <a:p>
            <a:pPr eaLnBrk="1" hangingPunct="1"/>
            <a:r>
              <a:rPr lang="en-US" altLang="en-US" dirty="0"/>
              <a:t>Other CREATE statements: CHARACTER SET, COLLATION, TRANSLATION, ASSERTION, DOMAIN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4519B2C2-987A-4271-26D7-D5AF4F39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A96235-EDAC-4130-AD05-1F1554439822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0982B902-4885-BC90-502B-2DFFEE527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150" y="392113"/>
            <a:ext cx="8937625" cy="1143000"/>
          </a:xfrm>
        </p:spPr>
        <p:txBody>
          <a:bodyPr/>
          <a:lstStyle/>
          <a:p>
            <a:pPr>
              <a:defRPr/>
            </a:pPr>
            <a:r>
              <a:rPr dirty="0"/>
              <a:t>Steps in Table Creation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3D8A238-1842-4708-1B9C-1826F104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4B38EF-E38E-4133-9BAD-5CD2D990E98A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A3E35247-8759-8FC3-4096-5B167BF5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2" y="1412876"/>
            <a:ext cx="9972676" cy="440120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Identify data types for attributes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Identify columns that can and cannot be null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Identify columns that must be unique (candidate keys)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Identify primary key</a:t>
            </a:r>
            <a:r>
              <a:rPr lang="en-US" sz="2400" dirty="0">
                <a:solidFill>
                  <a:srgbClr val="000000"/>
                </a:solidFill>
                <a:cs typeface="Tahoma" pitchFamily="34" charset="0"/>
              </a:rPr>
              <a:t>–</a:t>
            </a: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foreign key mates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Determine default values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Identify constraints on columns (domain specifications)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US" sz="2800" dirty="0">
                <a:solidFill>
                  <a:srgbClr val="000000"/>
                </a:solidFill>
                <a:cs typeface="Tahoma" pitchFamily="34" charset="0"/>
              </a:rPr>
              <a:t>Create the table and associated indexes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06268607-4A98-1841-6BB7-86FA78E5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CE7B3C-D9DE-447B-AFD9-540BF65EBA3E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  <p:pic>
        <p:nvPicPr>
          <p:cNvPr id="35844" name="Picture 6" descr="Noname.jpg">
            <a:extLst>
              <a:ext uri="{FF2B5EF4-FFF2-40B4-BE49-F238E27FC236}">
                <a16:creationId xmlns:a16="http://schemas.microsoft.com/office/drawing/2014/main" id="{D7BCEE84-7001-F765-1303-18900E1B3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7" y="967581"/>
            <a:ext cx="6929437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61B75D-6120-774A-5346-538744A49527}"/>
              </a:ext>
            </a:extLst>
          </p:cNvPr>
          <p:cNvSpPr txBox="1"/>
          <p:nvPr/>
        </p:nvSpPr>
        <p:spPr>
          <a:xfrm>
            <a:off x="1066800" y="152400"/>
            <a:ext cx="97440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CREATE TABLE COMMAND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C204-BE8E-0838-0C82-2CAA94CD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675" y="2193925"/>
            <a:ext cx="4314825" cy="17780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/>
              <a:t>CREATE </a:t>
            </a:r>
            <a:br>
              <a:rPr lang="en-IN" sz="4400" dirty="0"/>
            </a:br>
            <a:r>
              <a:rPr lang="en-IN" sz="4400" dirty="0"/>
              <a:t>TABLE COMMAND</a:t>
            </a:r>
            <a:endParaRPr lang="en-IN" dirty="0"/>
          </a:p>
        </p:txBody>
      </p:sp>
      <p:pic>
        <p:nvPicPr>
          <p:cNvPr id="4" name="Picture 9" descr="Noname.gif">
            <a:extLst>
              <a:ext uri="{FF2B5EF4-FFF2-40B4-BE49-F238E27FC236}">
                <a16:creationId xmlns:a16="http://schemas.microsoft.com/office/drawing/2014/main" id="{A789F241-07CD-EBAA-8182-9764CCD8A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155" y="98425"/>
            <a:ext cx="7836173" cy="596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7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29DA6637-E01D-83EC-0041-44E69334A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1371600"/>
          </a:xfrm>
        </p:spPr>
        <p:txBody>
          <a:bodyPr/>
          <a:lstStyle/>
          <a:p>
            <a:pPr>
              <a:defRPr/>
            </a:pPr>
            <a:r>
              <a:t>Changing Tables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8F382F7-7D06-9457-E8A8-35BAA2CB3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2276" y="1581150"/>
            <a:ext cx="9902824" cy="4775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ALTER TABLE statement allows you to change column specifications: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Table Actions: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Example </a:t>
            </a:r>
            <a:r>
              <a:rPr lang="en-US" altLang="en-US" sz="2000" dirty="0"/>
              <a:t>(adding a new column with a default value)</a:t>
            </a:r>
            <a:r>
              <a:rPr lang="en-US" altLang="en-US" dirty="0"/>
              <a:t>: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DFACBF3F-255F-755A-BA57-0F717F0F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47E4A6-4780-478C-9029-0660F8E1B09F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  <p:pic>
        <p:nvPicPr>
          <p:cNvPr id="54277" name="Picture 4" descr="Noname.gif">
            <a:extLst>
              <a:ext uri="{FF2B5EF4-FFF2-40B4-BE49-F238E27FC236}">
                <a16:creationId xmlns:a16="http://schemas.microsoft.com/office/drawing/2014/main" id="{0173F5C2-12DE-AFB7-48B0-A1275D9A9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76" y="1989137"/>
            <a:ext cx="4759325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5" descr="Noname.gif">
            <a:extLst>
              <a:ext uri="{FF2B5EF4-FFF2-40B4-BE49-F238E27FC236}">
                <a16:creationId xmlns:a16="http://schemas.microsoft.com/office/drawing/2014/main" id="{6B69A5AC-A133-4536-F86D-99D8E9E90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01" y="2938462"/>
            <a:ext cx="5057775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9" name="Picture 6" descr="Noname.gif">
            <a:extLst>
              <a:ext uri="{FF2B5EF4-FFF2-40B4-BE49-F238E27FC236}">
                <a16:creationId xmlns:a16="http://schemas.microsoft.com/office/drawing/2014/main" id="{07E5AF58-B98A-D25D-1BD0-C697FC619B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8" y="4994274"/>
            <a:ext cx="66675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83743E23-5E25-B1FA-C338-477A34142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69888"/>
            <a:ext cx="8034338" cy="838200"/>
          </a:xfrm>
        </p:spPr>
        <p:txBody>
          <a:bodyPr/>
          <a:lstStyle/>
          <a:p>
            <a:pPr>
              <a:defRPr/>
            </a:pPr>
            <a:r>
              <a:t>Removing Tables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1AD6D6F-C037-0CF5-C0F7-148B809C3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5775" y="1322388"/>
            <a:ext cx="8686800" cy="4525962"/>
          </a:xfrm>
        </p:spPr>
        <p:txBody>
          <a:bodyPr/>
          <a:lstStyle/>
          <a:p>
            <a:pPr eaLnBrk="1" hangingPunct="1"/>
            <a:endParaRPr lang="en-US" altLang="en-US" sz="4000" dirty="0"/>
          </a:p>
          <a:p>
            <a:pPr eaLnBrk="1" hangingPunct="1"/>
            <a:r>
              <a:rPr lang="en-US" altLang="en-US" sz="4000" dirty="0"/>
              <a:t>DROP TABLE statement allows you to remove tables from your schema: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4000" dirty="0"/>
          </a:p>
          <a:p>
            <a:pPr lvl="1" eaLnBrk="1" hangingPunct="1"/>
            <a:r>
              <a:rPr lang="en-US" altLang="en-US" sz="3600" dirty="0"/>
              <a:t>DROP TABLE Customers;</a:t>
            </a: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EF83C900-48C2-B2B5-6318-B4497B2A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6CE7A2-823D-4A68-8B4C-7FE59EB3E4A9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2A64C76-58CA-FA3C-677D-876DA2C0D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Manipulation Language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12BAED4-786B-E9FB-8603-96ED91E14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to do manipulation on data in DB objects.</a:t>
            </a:r>
          </a:p>
          <a:p>
            <a:r>
              <a:rPr lang="en-US" altLang="en-US"/>
              <a:t>Data manipulations are:</a:t>
            </a:r>
          </a:p>
          <a:p>
            <a:pPr lvl="1"/>
            <a:r>
              <a:rPr lang="en-US" altLang="en-US"/>
              <a:t>INSERT </a:t>
            </a:r>
          </a:p>
          <a:p>
            <a:pPr lvl="1"/>
            <a:r>
              <a:rPr lang="en-US" altLang="en-US"/>
              <a:t>DELETE</a:t>
            </a:r>
          </a:p>
          <a:p>
            <a:pPr lvl="1"/>
            <a:r>
              <a:rPr lang="en-US" altLang="en-US"/>
              <a:t>UPDATE</a:t>
            </a:r>
          </a:p>
          <a:p>
            <a:pPr lvl="1"/>
            <a:r>
              <a:rPr lang="en-US" altLang="en-US"/>
              <a:t>SELECT (Data Query Language)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86C41DA-4399-C284-CBCD-16D3B59FC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DML cntd…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CA02DA0-D52F-8BD5-B962-C3B216FFC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INSERT : Used to insert a new row into a table.</a:t>
            </a:r>
          </a:p>
          <a:p>
            <a:r>
              <a:rPr lang="en-US" altLang="en-US"/>
              <a:t>Syntax: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INSERT INTO TableName VALUES 	(Value1,Value2,…);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510E8BCC-E395-3624-52A4-E02279393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750" y="103188"/>
            <a:ext cx="7658100" cy="1125539"/>
          </a:xfrm>
        </p:spPr>
        <p:txBody>
          <a:bodyPr/>
          <a:lstStyle/>
          <a:p>
            <a:pPr>
              <a:defRPr/>
            </a:pPr>
            <a:r>
              <a:rPr dirty="0"/>
              <a:t>Insert Statement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1900219-FAE1-1FA2-242D-D60F65970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3450" y="1028700"/>
            <a:ext cx="9144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Adds one or more rows to a 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Inserting into a table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Inserting a record that has some null attributes requires identifying the fields that actually get data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Inserting from another table</a:t>
            </a: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FA80E5AD-E278-74A9-AC9B-E2565EB5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1A7C74-5DCD-4AA6-9BB6-49E918409073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  <p:pic>
        <p:nvPicPr>
          <p:cNvPr id="58373" name="Picture 4" descr="Noname.gif">
            <a:extLst>
              <a:ext uri="{FF2B5EF4-FFF2-40B4-BE49-F238E27FC236}">
                <a16:creationId xmlns:a16="http://schemas.microsoft.com/office/drawing/2014/main" id="{FB3AC39A-33B6-6849-F236-D40C25BEB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2016125"/>
            <a:ext cx="8316912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5" descr="Noname.gif">
            <a:extLst>
              <a:ext uri="{FF2B5EF4-FFF2-40B4-BE49-F238E27FC236}">
                <a16:creationId xmlns:a16="http://schemas.microsoft.com/office/drawing/2014/main" id="{11D3AB32-4B6B-171D-4F40-006BBE8B9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14775"/>
            <a:ext cx="6297612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6" descr="Noname.gif">
            <a:extLst>
              <a:ext uri="{FF2B5EF4-FFF2-40B4-BE49-F238E27FC236}">
                <a16:creationId xmlns:a16="http://schemas.microsoft.com/office/drawing/2014/main" id="{5AEFD78E-2405-5921-AD25-3CB973578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1" y="4986338"/>
            <a:ext cx="4359275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4A840AA-6FFC-5A9B-E076-28FDD46FA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UPDATE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1068C2B-5944-1E1A-80D0-39EE42A46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UPDATE command is used to change the values in table.</a:t>
            </a:r>
          </a:p>
          <a:p>
            <a:r>
              <a:rPr lang="en-US" altLang="en-US"/>
              <a:t>Syntax: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UPDATE TableName SET 	ColumnName=Value WHERE Condition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C1442A79-7B96-4CD7-FA00-65638924C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9139" y="398463"/>
            <a:ext cx="7299325" cy="838200"/>
          </a:xfrm>
        </p:spPr>
        <p:txBody>
          <a:bodyPr/>
          <a:lstStyle/>
          <a:p>
            <a:pPr>
              <a:defRPr/>
            </a:pPr>
            <a:r>
              <a:t>Update Statement	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F143219-FE04-9A85-C3AB-4AAA8CFEF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3600"/>
              <a:t>Modifies data in existing rows</a:t>
            </a:r>
          </a:p>
          <a:p>
            <a:pPr eaLnBrk="1" hangingPunct="1"/>
            <a:endParaRPr lang="en-US" altLang="en-US" sz="3600"/>
          </a:p>
          <a:p>
            <a:pPr eaLnBrk="1" hangingPunct="1"/>
            <a:endParaRPr lang="en-US" altLang="en-US" sz="3600"/>
          </a:p>
          <a:p>
            <a:pPr eaLnBrk="1" hangingPunct="1"/>
            <a:endParaRPr lang="en-US" altLang="en-US" sz="360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45990E51-9F4D-B9D3-BD88-5843B0A8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A6CC9E-4518-47DC-A2BB-14DD28429425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  <p:pic>
        <p:nvPicPr>
          <p:cNvPr id="64517" name="Picture 4" descr="Noname.gif">
            <a:extLst>
              <a:ext uri="{FF2B5EF4-FFF2-40B4-BE49-F238E27FC236}">
                <a16:creationId xmlns:a16="http://schemas.microsoft.com/office/drawing/2014/main" id="{FB7CADAD-653D-796D-0D47-D1CB551AB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4" y="2686050"/>
            <a:ext cx="6410325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B1BCCD1-CC62-66F9-D063-5B24FE2DA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BA67899-14EB-9F60-E432-8B689B8DC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DELETE command removes rows from the table.</a:t>
            </a:r>
          </a:p>
          <a:p>
            <a:r>
              <a:rPr lang="en-US" altLang="en-US"/>
              <a:t>Syntax: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DELETE FROM TableName WHERE 	Condition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FC937AD8-EF66-B6EE-1B09-80F7B167E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1" y="398463"/>
            <a:ext cx="7693025" cy="838200"/>
          </a:xfrm>
        </p:spPr>
        <p:txBody>
          <a:bodyPr/>
          <a:lstStyle/>
          <a:p>
            <a:pPr>
              <a:defRPr/>
            </a:pPr>
            <a:r>
              <a:t>Delete Statement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4FD1366A-631A-1D56-4265-3875A2A96C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Removes rows from a table</a:t>
            </a:r>
          </a:p>
          <a:p>
            <a:pPr>
              <a:defRPr/>
            </a:pPr>
            <a:r>
              <a:rPr lang="en-US" sz="3600" dirty="0"/>
              <a:t>Delete certain rows</a:t>
            </a:r>
          </a:p>
          <a:p>
            <a:pPr lvl="1">
              <a:defRPr/>
            </a:pPr>
            <a:r>
              <a:rPr lang="en-US" sz="32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DELETE FROM CUSTOMER WHERE CUSTOMERSTATE = ‘HI’;</a:t>
            </a:r>
          </a:p>
          <a:p>
            <a:pPr>
              <a:defRPr/>
            </a:pPr>
            <a:r>
              <a:rPr lang="en-US" sz="3600" dirty="0"/>
              <a:t>Delete all rows</a:t>
            </a:r>
          </a:p>
          <a:p>
            <a:pPr lvl="1">
              <a:defRPr/>
            </a:pPr>
            <a:r>
              <a:rPr lang="en-US" sz="32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DELETE FROM CUSTOMER;</a:t>
            </a: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503F98A1-5651-2836-0765-A9CC14EC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9BAE89-CF48-43EB-AF82-B5E890849BD1}" type="slidenum">
              <a:rPr lang="en-US" altLang="en-US" sz="1200">
                <a:solidFill>
                  <a:srgbClr val="D38E2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solidFill>
                <a:srgbClr val="D38E2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A053A8A-872E-7D0E-FDE6-561E67E09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F9E1368-0619-2B5F-E671-76F5584EC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SELECT command is used to retrieve records from the DB objects.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Syntax: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SELECT * FROM TableName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47C64CA-E7F6-36DA-1053-9BDA47FE3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cntd.. (PROJECTION)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BEDF7B8-9079-098F-FFEA-6C710135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Here we retrieve content of selected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attributes (Columns).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Example</a:t>
            </a:r>
          </a:p>
          <a:p>
            <a:r>
              <a:rPr lang="en-US" altLang="en-US"/>
              <a:t>SELECT PlantId, Name FROM DiaPlants;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2266CA2-6A4B-B4FF-1019-235189B3E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cntd.. (RESTRICTION)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996BC15-0AA6-CC70-A67E-32F63ED70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Restriction/Filtration is done on rows for which one or multiple condition could be specified.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Example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SELECT * FROM DiaPlants WHERE Genus = ‘Achyrocline’;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94EF813-A316-AD46-D74B-A4EB15AF8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cntd... (RESTRICTION)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5B14881-289A-5C38-B103-F01D0E9B1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order to give multiple condition, we may use following logical operators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AND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NOT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1666728-7230-A831-EE58-19169BD37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cntd.. (RESTRICTION)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039C847-5568-350B-7D1D-49C999378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Example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SELECT * FROM DiaPlants WHERE </a:t>
            </a:r>
            <a:r>
              <a:rPr lang="en-US" altLang="en-US">
                <a:solidFill>
                  <a:srgbClr val="FF0000"/>
                </a:solidFill>
              </a:rPr>
              <a:t>NOT</a:t>
            </a:r>
            <a:r>
              <a:rPr lang="en-US" altLang="en-US"/>
              <a:t>(Genus = ‘Achyrocline’ </a:t>
            </a:r>
            <a:r>
              <a:rPr lang="en-US" altLang="en-US">
                <a:solidFill>
                  <a:srgbClr val="FF0000"/>
                </a:solidFill>
              </a:rPr>
              <a:t>OR</a:t>
            </a:r>
            <a:r>
              <a:rPr lang="en-US" altLang="en-US"/>
              <a:t> Genus = ‘Aframomum’);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C319540-1C10-9DD3-FA31-CA379CBF8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cntd… (Other operators)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BC9C4DA-F734-707E-E2B4-D3B848031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SET Operators</a:t>
            </a:r>
          </a:p>
          <a:p>
            <a:pPr lvl="2"/>
            <a:r>
              <a:rPr lang="en-US" altLang="en-US"/>
              <a:t>UNION</a:t>
            </a:r>
          </a:p>
          <a:p>
            <a:pPr lvl="2"/>
            <a:r>
              <a:rPr lang="en-US" altLang="en-US"/>
              <a:t>INTERSECTION</a:t>
            </a:r>
          </a:p>
          <a:p>
            <a:pPr lvl="2"/>
            <a:r>
              <a:rPr lang="en-US" altLang="en-US"/>
              <a:t>MINUS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Oval 5">
            <a:extLst>
              <a:ext uri="{FF2B5EF4-FFF2-40B4-BE49-F238E27FC236}">
                <a16:creationId xmlns:a16="http://schemas.microsoft.com/office/drawing/2014/main" id="{A1653C6E-0980-3BC8-9BCC-200719781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895600"/>
            <a:ext cx="2514600" cy="3048000"/>
          </a:xfrm>
          <a:prstGeom prst="ellipse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44463F7E-4B48-1E56-87DF-CA2179DCA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Operators </a:t>
            </a:r>
          </a:p>
        </p:txBody>
      </p:sp>
      <p:sp>
        <p:nvSpPr>
          <p:cNvPr id="65540" name="Oval 4">
            <a:extLst>
              <a:ext uri="{FF2B5EF4-FFF2-40B4-BE49-F238E27FC236}">
                <a16:creationId xmlns:a16="http://schemas.microsoft.com/office/drawing/2014/main" id="{F54A7B54-F50F-3069-E42B-5762BC1F0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00400"/>
            <a:ext cx="2819400" cy="2209800"/>
          </a:xfrm>
          <a:prstGeom prst="ellipse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EDDB1405-AA15-9CF3-F116-14FCF1600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953000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UNION :A U 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9" name="Oval 9">
            <a:extLst>
              <a:ext uri="{FF2B5EF4-FFF2-40B4-BE49-F238E27FC236}">
                <a16:creationId xmlns:a16="http://schemas.microsoft.com/office/drawing/2014/main" id="{632E0642-7512-B394-3804-4DECE1D20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2362200" cy="2209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7DF3260D-6B0A-5FD6-7257-3126B70E1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73075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80000"/>
              </a:lnSpc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lnSpc>
                <a:spcPct val="80000"/>
              </a:lnSpc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lnSpc>
                <a:spcPct val="80000"/>
              </a:lnSpc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lnSpc>
                <a:spcPct val="80000"/>
              </a:lnSpc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lnSpc>
                <a:spcPct val="80000"/>
              </a:lnSpc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SET Operators cntd…</a:t>
            </a:r>
          </a:p>
        </p:txBody>
      </p:sp>
      <p:sp>
        <p:nvSpPr>
          <p:cNvPr id="66567" name="Text Box 7">
            <a:extLst>
              <a:ext uri="{FF2B5EF4-FFF2-40B4-BE49-F238E27FC236}">
                <a16:creationId xmlns:a16="http://schemas.microsoft.com/office/drawing/2014/main" id="{C9156F36-A618-B246-992A-D9BD82E2E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953000"/>
            <a:ext cx="2667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INTERSECION A </a:t>
            </a:r>
            <a:r>
              <a:rPr lang="en-US" altLang="en-US">
                <a:latin typeface="Symbol" panose="05050102010706020507" pitchFamily="18" charset="2"/>
              </a:rPr>
              <a:t>Ç</a:t>
            </a:r>
            <a:r>
              <a:rPr lang="en-US" altLang="en-US"/>
              <a:t>B</a:t>
            </a:r>
          </a:p>
        </p:txBody>
      </p:sp>
      <p:sp>
        <p:nvSpPr>
          <p:cNvPr id="66570" name="Oval 10">
            <a:extLst>
              <a:ext uri="{FF2B5EF4-FFF2-40B4-BE49-F238E27FC236}">
                <a16:creationId xmlns:a16="http://schemas.microsoft.com/office/drawing/2014/main" id="{A1FFD1EE-73A9-69D5-C198-800883A0A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276600"/>
            <a:ext cx="23622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66568" name="Oval 8">
            <a:extLst>
              <a:ext uri="{FF2B5EF4-FFF2-40B4-BE49-F238E27FC236}">
                <a16:creationId xmlns:a16="http://schemas.microsoft.com/office/drawing/2014/main" id="{0C94203D-AB89-3769-8522-5DF050A3E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1066800" cy="1524000"/>
          </a:xfrm>
          <a:prstGeom prst="ellipse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2" name="Oval 8">
            <a:extLst>
              <a:ext uri="{FF2B5EF4-FFF2-40B4-BE49-F238E27FC236}">
                <a16:creationId xmlns:a16="http://schemas.microsoft.com/office/drawing/2014/main" id="{7FF91BF6-3D18-D6B3-C3C7-7C5EBCEE5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81400"/>
            <a:ext cx="1981200" cy="1676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79B106F7-0D6B-AF8E-595E-56CC26C1B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8153400" cy="1143000"/>
          </a:xfrm>
        </p:spPr>
        <p:txBody>
          <a:bodyPr/>
          <a:lstStyle/>
          <a:p>
            <a:r>
              <a:rPr lang="en-US" altLang="en-US"/>
              <a:t>SET operators cntd…</a:t>
            </a:r>
          </a:p>
        </p:txBody>
      </p:sp>
      <p:sp>
        <p:nvSpPr>
          <p:cNvPr id="67591" name="Text Box 7">
            <a:extLst>
              <a:ext uri="{FF2B5EF4-FFF2-40B4-BE49-F238E27FC236}">
                <a16:creationId xmlns:a16="http://schemas.microsoft.com/office/drawing/2014/main" id="{75535578-23C8-BBFA-BD24-D5C90BE4A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953000"/>
            <a:ext cx="2667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MINUS : A - B</a:t>
            </a:r>
          </a:p>
        </p:txBody>
      </p:sp>
      <p:sp>
        <p:nvSpPr>
          <p:cNvPr id="67588" name="Oval 4">
            <a:extLst>
              <a:ext uri="{FF2B5EF4-FFF2-40B4-BE49-F238E27FC236}">
                <a16:creationId xmlns:a16="http://schemas.microsoft.com/office/drawing/2014/main" id="{F4C0D9EA-420E-0FC2-0321-93BBB9327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2362200" cy="2209800"/>
          </a:xfrm>
          <a:prstGeom prst="ellipse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5863B7C-FC2F-DA96-C627-8F9C32465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Operator - UNION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292F1000-F785-FC6B-6319-AE6C201B9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UNION includes rows from both the queries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DiaPlants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UNION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canPlants;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5DEF724-D1DC-2DFA-9D8E-EEC0F8302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Operator - INTERSECT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7C6A869-8897-C297-4F71-792B1C01B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INTERSECTION includes rows which are common for both the queries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DiaPlants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INTERSECT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canPlants;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4862276-2C79-2B39-C9A3-5CCDC619C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Operator - MINUS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A089363-D338-B597-DA52-FCF18EFDD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MINUS removes rows which are common for both the queries and retrieves remaining rows from first query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DiaPlants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MINUS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SELECT * FROM CanPlants;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74BCD7C-AB6C-B67E-69CD-C520FD5E2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 - Joins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8095C45-27ED-1469-DAAF-A493018CB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Join is the operation by which data from multiple tables are joined.</a:t>
            </a:r>
          </a:p>
          <a:p>
            <a:pPr>
              <a:lnSpc>
                <a:spcPct val="90000"/>
              </a:lnSpc>
            </a:pPr>
            <a:r>
              <a:rPr lang="en-US" altLang="en-US"/>
              <a:t>A join is a query that combines rows from two or more tables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Example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SELECT E.EmpNo,E.EName,D.DName FROM Emp E, Dept D WHERE E.DeptNo = D.DeptNo;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B07C53A6-2F8F-879A-8662-87A4EE555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Join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E3FDAE52-29BB-6A21-6A78-6D3B30A22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81534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700"/>
              <a:t>Equi Join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700"/>
              <a:t>		An equijoin  is a join with a join condition 	containing an equality operator. </a:t>
            </a:r>
          </a:p>
          <a:p>
            <a:pPr>
              <a:lnSpc>
                <a:spcPct val="80000"/>
              </a:lnSpc>
            </a:pPr>
            <a:r>
              <a:rPr lang="en-US" altLang="en-US" sz="2700"/>
              <a:t>Self Join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700"/>
              <a:t>		A self join  is a join of a table to itself. </a:t>
            </a:r>
          </a:p>
          <a:p>
            <a:pPr>
              <a:lnSpc>
                <a:spcPct val="80000"/>
              </a:lnSpc>
            </a:pPr>
            <a:r>
              <a:rPr lang="en-US" altLang="en-US" sz="2700"/>
              <a:t>Outer Join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700"/>
              <a:t>		The outer join extends the result of a simple 	join. An outer join returns all rows that 	satisfy the join condition and those rows 	from one table for which no rows from the 	other satisfy the join condition.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B5067353-B0B9-0C4E-8245-BF8164A164A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7535" r="1715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3" y="925831"/>
            <a:ext cx="4641481" cy="1360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latin typeface="+mj-lt"/>
              </a:rPr>
              <a:t>Thank 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6550958" cy="2074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“Be like the honeybee who gathers only nectar wherever it goes. Seek the goodness that is found in everyone.”</a:t>
            </a:r>
            <a:br>
              <a:rPr lang="en-US" sz="1700" dirty="0">
                <a:latin typeface="+mn-lt"/>
              </a:rPr>
            </a:br>
            <a:r>
              <a:rPr lang="en-US" sz="1700" dirty="0">
                <a:latin typeface="+mn-lt"/>
              </a:rPr>
              <a:t>-- </a:t>
            </a:r>
            <a:r>
              <a:rPr lang="en-US" sz="1700" b="1" dirty="0">
                <a:latin typeface="+mn-lt"/>
              </a:rPr>
              <a:t>Mata Amritanandamayi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11682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Cover p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3CD6CE29747349A5A94DA81629FDC5" ma:contentTypeVersion="11" ma:contentTypeDescription="Create a new document." ma:contentTypeScope="" ma:versionID="dc06cc9d132ff9dbfd94d33746a170bc">
  <xsd:schema xmlns:xsd="http://www.w3.org/2001/XMLSchema" xmlns:xs="http://www.w3.org/2001/XMLSchema" xmlns:p="http://schemas.microsoft.com/office/2006/metadata/properties" xmlns:ns2="288a120d-550d-410d-8e83-3a0debd8f61a" xmlns:ns3="b2fc7224-56e7-4a56-81e9-64380d6fda13" targetNamespace="http://schemas.microsoft.com/office/2006/metadata/properties" ma:root="true" ma:fieldsID="3e4d2b7f430bf8adbb47ab8b4dbba55a" ns2:_="" ns3:_="">
    <xsd:import namespace="288a120d-550d-410d-8e83-3a0debd8f61a"/>
    <xsd:import namespace="b2fc7224-56e7-4a56-81e9-64380d6fda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8a120d-550d-410d-8e83-3a0debd8f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c7224-56e7-4a56-81e9-64380d6fda1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86E6DA-5186-4C2D-B67F-DA1E8DD817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96A51D3-70D6-4C59-A5F9-E965D4778D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8a120d-550d-410d-8e83-3a0debd8f61a"/>
    <ds:schemaRef ds:uri="b2fc7224-56e7-4a56-81e9-64380d6fd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4EAF80-A9B1-4397-8673-948369AFEF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10000</TotalTime>
  <Words>1128</Words>
  <Application>Microsoft Office PowerPoint</Application>
  <PresentationFormat>Widescreen</PresentationFormat>
  <Paragraphs>225</Paragraphs>
  <Slides>37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Avenir Next LT Pro</vt:lpstr>
      <vt:lpstr>Calibri</vt:lpstr>
      <vt:lpstr>Calibri Light</vt:lpstr>
      <vt:lpstr>Futura</vt:lpstr>
      <vt:lpstr>Garamond</vt:lpstr>
      <vt:lpstr>Symbol</vt:lpstr>
      <vt:lpstr>Tahoma</vt:lpstr>
      <vt:lpstr>Times New Roman</vt:lpstr>
      <vt:lpstr>Wingdings</vt:lpstr>
      <vt:lpstr>Presentation Cover page</vt:lpstr>
      <vt:lpstr>Presentation slides</vt:lpstr>
      <vt:lpstr>Data Engineering &amp; Administration - SQL</vt:lpstr>
      <vt:lpstr>Contents </vt:lpstr>
      <vt:lpstr>PowerPoint Presentation</vt:lpstr>
      <vt:lpstr>SQL –Structured Query Language</vt:lpstr>
      <vt:lpstr>History of SQL</vt:lpstr>
      <vt:lpstr> SQL Environment </vt:lpstr>
      <vt:lpstr>SQL –Structured Query Language</vt:lpstr>
      <vt:lpstr>Data Definition Language-DDL</vt:lpstr>
      <vt:lpstr>Basic MySQL Data Types</vt:lpstr>
      <vt:lpstr>SQL Database Definition</vt:lpstr>
      <vt:lpstr>Steps in Table Creation</vt:lpstr>
      <vt:lpstr>PowerPoint Presentation</vt:lpstr>
      <vt:lpstr>CREATE  TABLE COMMAND</vt:lpstr>
      <vt:lpstr>Changing Tables</vt:lpstr>
      <vt:lpstr>Removing Tables</vt:lpstr>
      <vt:lpstr>Data Manipulation Language</vt:lpstr>
      <vt:lpstr>DML cntd…</vt:lpstr>
      <vt:lpstr>Insert Statement</vt:lpstr>
      <vt:lpstr>UPDATE</vt:lpstr>
      <vt:lpstr>Update Statement </vt:lpstr>
      <vt:lpstr>DELETE</vt:lpstr>
      <vt:lpstr>Delete Statement</vt:lpstr>
      <vt:lpstr>SELECT </vt:lpstr>
      <vt:lpstr>SELECT cntd.. (PROJECTION)</vt:lpstr>
      <vt:lpstr>SELECT cntd.. (RESTRICTION)</vt:lpstr>
      <vt:lpstr>SELECT cntd... (RESTRICTION)</vt:lpstr>
      <vt:lpstr>SELECT cntd.. (RESTRICTION)</vt:lpstr>
      <vt:lpstr>SELECT cntd… (Other operators)</vt:lpstr>
      <vt:lpstr>SET Operators </vt:lpstr>
      <vt:lpstr>PowerPoint Presentation</vt:lpstr>
      <vt:lpstr>SET operators cntd…</vt:lpstr>
      <vt:lpstr>SET Operator - UNION</vt:lpstr>
      <vt:lpstr>SET Operator - INTERSECT</vt:lpstr>
      <vt:lpstr>SET Operator - MINUS</vt:lpstr>
      <vt:lpstr>SELECT - Joins</vt:lpstr>
      <vt:lpstr>Types of Join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Stefanie</dc:creator>
  <cp:lastModifiedBy>Nidheesh M</cp:lastModifiedBy>
  <cp:revision>22</cp:revision>
  <dcterms:created xsi:type="dcterms:W3CDTF">2020-07-03T08:40:50Z</dcterms:created>
  <dcterms:modified xsi:type="dcterms:W3CDTF">2023-10-20T04:47:20Z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0x010100643CD6CE29747349A5A94DA81629FDC5</vt:lpwstr>
  </property>
</Properties>
</file>