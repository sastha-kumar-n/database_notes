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  <p:sldMasterId id="2147483660" r:id="rId5"/>
  </p:sldMasterIdLst>
  <p:notesMasterIdLst>
    <p:notesMasterId r:id="rId49"/>
  </p:notesMasterIdLst>
  <p:handoutMasterIdLst>
    <p:handoutMasterId r:id="rId50"/>
  </p:handoutMasterIdLst>
  <p:sldIdLst>
    <p:sldId id="27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313" r:id="rId20"/>
    <p:sldId id="272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27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53462AE-9573-49B2-954C-E627E9F9ABD3}">
          <p14:sldIdLst>
            <p14:sldId id="271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313"/>
            <p14:sldId id="272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14D"/>
    <a:srgbClr val="000000"/>
    <a:srgbClr val="B61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9"/>
    <p:restoredTop sz="94731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9" d="100"/>
          <a:sy n="119" d="100"/>
        </p:scale>
        <p:origin x="51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eesh M" userId="ba23f043-57f5-4ea1-9cac-0e86480d769c" providerId="ADAL" clId="{D412CA81-ACD8-4F0F-9EF4-7DA0E96C48D2}"/>
    <pc:docChg chg="addSld delSld modSection">
      <pc:chgData name="Nidheesh M" userId="ba23f043-57f5-4ea1-9cac-0e86480d769c" providerId="ADAL" clId="{D412CA81-ACD8-4F0F-9EF4-7DA0E96C48D2}" dt="2024-11-12T04:34:29.286" v="3" actId="47"/>
      <pc:docMkLst>
        <pc:docMk/>
      </pc:docMkLst>
      <pc:sldChg chg="del">
        <pc:chgData name="Nidheesh M" userId="ba23f043-57f5-4ea1-9cac-0e86480d769c" providerId="ADAL" clId="{D412CA81-ACD8-4F0F-9EF4-7DA0E96C48D2}" dt="2024-11-12T04:34:26.550" v="2" actId="47"/>
        <pc:sldMkLst>
          <pc:docMk/>
          <pc:sldMk cId="4019529670" sldId="314"/>
        </pc:sldMkLst>
      </pc:sldChg>
      <pc:sldChg chg="del">
        <pc:chgData name="Nidheesh M" userId="ba23f043-57f5-4ea1-9cac-0e86480d769c" providerId="ADAL" clId="{D412CA81-ACD8-4F0F-9EF4-7DA0E96C48D2}" dt="2024-11-12T04:34:29.286" v="3" actId="47"/>
        <pc:sldMkLst>
          <pc:docMk/>
          <pc:sldMk cId="2998688834" sldId="315"/>
        </pc:sldMkLst>
      </pc:sldChg>
      <pc:sldChg chg="new del">
        <pc:chgData name="Nidheesh M" userId="ba23f043-57f5-4ea1-9cac-0e86480d769c" providerId="ADAL" clId="{D412CA81-ACD8-4F0F-9EF4-7DA0E96C48D2}" dt="2024-11-07T04:46:58.252" v="1" actId="47"/>
        <pc:sldMkLst>
          <pc:docMk/>
          <pc:sldMk cId="1548937084" sldId="316"/>
        </pc:sldMkLst>
      </pc:sldChg>
    </pc:docChg>
  </pc:docChgLst>
  <pc:docChgLst>
    <pc:chgData name="Nidheesh M" userId="ba23f043-57f5-4ea1-9cac-0e86480d769c" providerId="ADAL" clId="{D713D298-5033-47FD-9C42-DEFF5F282126}"/>
    <pc:docChg chg="undo custSel addSld delSld modSld modSection">
      <pc:chgData name="Nidheesh M" userId="ba23f043-57f5-4ea1-9cac-0e86480d769c" providerId="ADAL" clId="{D713D298-5033-47FD-9C42-DEFF5F282126}" dt="2023-01-03T20:14:52.833" v="468" actId="255"/>
      <pc:docMkLst>
        <pc:docMk/>
      </pc:docMkLst>
      <pc:sldChg chg="modSp add del mod">
        <pc:chgData name="Nidheesh M" userId="ba23f043-57f5-4ea1-9cac-0e86480d769c" providerId="ADAL" clId="{D713D298-5033-47FD-9C42-DEFF5F282126}" dt="2023-01-03T19:29:45.414" v="150"/>
        <pc:sldMkLst>
          <pc:docMk/>
          <pc:sldMk cId="0" sldId="257"/>
        </pc:sldMkLst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57"/>
            <ac:spMk id="32770" creationId="{9EB6ED80-D8E2-F4EF-48D3-F8313B4B5C2F}"/>
          </ac:spMkLst>
        </pc:spChg>
      </pc:sldChg>
      <pc:sldChg chg="modSp add del mod">
        <pc:chgData name="Nidheesh M" userId="ba23f043-57f5-4ea1-9cac-0e86480d769c" providerId="ADAL" clId="{D713D298-5033-47FD-9C42-DEFF5F282126}" dt="2023-01-03T19:30:40.990" v="158" actId="1076"/>
        <pc:sldMkLst>
          <pc:docMk/>
          <pc:sldMk cId="0" sldId="258"/>
        </pc:sldMkLst>
        <pc:spChg chg="mod">
          <ac:chgData name="Nidheesh M" userId="ba23f043-57f5-4ea1-9cac-0e86480d769c" providerId="ADAL" clId="{D713D298-5033-47FD-9C42-DEFF5F282126}" dt="2023-01-03T19:30:28.287" v="156" actId="20577"/>
          <ac:spMkLst>
            <pc:docMk/>
            <pc:sldMk cId="0" sldId="258"/>
            <ac:spMk id="3074" creationId="{E56A9BE7-D3B8-544B-5529-A9BA99BA88C0}"/>
          </ac:spMkLst>
        </pc:spChg>
        <pc:spChg chg="mod">
          <ac:chgData name="Nidheesh M" userId="ba23f043-57f5-4ea1-9cac-0e86480d769c" providerId="ADAL" clId="{D713D298-5033-47FD-9C42-DEFF5F282126}" dt="2023-01-03T19:30:40.990" v="158" actId="1076"/>
          <ac:spMkLst>
            <pc:docMk/>
            <pc:sldMk cId="0" sldId="258"/>
            <ac:spMk id="3075" creationId="{6C9BCA2D-F399-107A-A697-52D1A5411FF1}"/>
          </ac:spMkLst>
        </pc:spChg>
      </pc:sldChg>
      <pc:sldChg chg="delSp modSp add del mod">
        <pc:chgData name="Nidheesh M" userId="ba23f043-57f5-4ea1-9cac-0e86480d769c" providerId="ADAL" clId="{D713D298-5033-47FD-9C42-DEFF5F282126}" dt="2023-01-03T19:32:28.266" v="169" actId="1076"/>
        <pc:sldMkLst>
          <pc:docMk/>
          <pc:sldMk cId="0" sldId="259"/>
        </pc:sldMkLst>
        <pc:spChg chg="mod">
          <ac:chgData name="Nidheesh M" userId="ba23f043-57f5-4ea1-9cac-0e86480d769c" providerId="ADAL" clId="{D713D298-5033-47FD-9C42-DEFF5F282126}" dt="2023-01-03T19:32:28.266" v="169" actId="1076"/>
          <ac:spMkLst>
            <pc:docMk/>
            <pc:sldMk cId="0" sldId="259"/>
            <ac:spMk id="4131" creationId="{AC6AB5EC-421B-46EF-B7B4-8998C68BB00B}"/>
          </ac:spMkLst>
        </pc:spChg>
        <pc:spChg chg="del mod">
          <ac:chgData name="Nidheesh M" userId="ba23f043-57f5-4ea1-9cac-0e86480d769c" providerId="ADAL" clId="{D713D298-5033-47FD-9C42-DEFF5F282126}" dt="2023-01-03T19:32:03.580" v="167" actId="478"/>
          <ac:spMkLst>
            <pc:docMk/>
            <pc:sldMk cId="0" sldId="259"/>
            <ac:spMk id="4132" creationId="{01EA22F2-9BDC-5FC2-158F-61644BF99A2A}"/>
          </ac:spMkLst>
        </pc:spChg>
        <pc:spChg chg="mod">
          <ac:chgData name="Nidheesh M" userId="ba23f043-57f5-4ea1-9cac-0e86480d769c" providerId="ADAL" clId="{D713D298-5033-47FD-9C42-DEFF5F282126}" dt="2023-01-03T19:31:51.909" v="165" actId="1076"/>
          <ac:spMkLst>
            <pc:docMk/>
            <pc:sldMk cId="0" sldId="259"/>
            <ac:spMk id="4135" creationId="{85891CC8-CB25-429C-2D28-4DCDAC7884CD}"/>
          </ac:spMkLst>
        </pc:spChg>
        <pc:spChg chg="mod">
          <ac:chgData name="Nidheesh M" userId="ba23f043-57f5-4ea1-9cac-0e86480d769c" providerId="ADAL" clId="{D713D298-5033-47FD-9C42-DEFF5F282126}" dt="2023-01-03T19:31:51.909" v="165" actId="1076"/>
          <ac:spMkLst>
            <pc:docMk/>
            <pc:sldMk cId="0" sldId="259"/>
            <ac:spMk id="4136" creationId="{BDC56C41-35A9-1C98-9946-9A66534FAC27}"/>
          </ac:spMkLst>
        </pc:spChg>
        <pc:spChg chg="mod">
          <ac:chgData name="Nidheesh M" userId="ba23f043-57f5-4ea1-9cac-0e86480d769c" providerId="ADAL" clId="{D713D298-5033-47FD-9C42-DEFF5F282126}" dt="2023-01-03T19:31:51.909" v="165" actId="1076"/>
          <ac:spMkLst>
            <pc:docMk/>
            <pc:sldMk cId="0" sldId="259"/>
            <ac:spMk id="4137" creationId="{DBDC3DDF-43C3-BD58-520B-331853415D8C}"/>
          </ac:spMkLst>
        </pc:spChg>
        <pc:spChg chg="mod">
          <ac:chgData name="Nidheesh M" userId="ba23f043-57f5-4ea1-9cac-0e86480d769c" providerId="ADAL" clId="{D713D298-5033-47FD-9C42-DEFF5F282126}" dt="2023-01-03T19:31:51.909" v="165" actId="1076"/>
          <ac:spMkLst>
            <pc:docMk/>
            <pc:sldMk cId="0" sldId="259"/>
            <ac:spMk id="4138" creationId="{877338BB-5665-BF59-FAA0-7313F49B13F1}"/>
          </ac:spMkLst>
        </pc:spChg>
        <pc:spChg chg="mod">
          <ac:chgData name="Nidheesh M" userId="ba23f043-57f5-4ea1-9cac-0e86480d769c" providerId="ADAL" clId="{D713D298-5033-47FD-9C42-DEFF5F282126}" dt="2023-01-03T19:09:44.969" v="47" actId="1036"/>
          <ac:spMkLst>
            <pc:docMk/>
            <pc:sldMk cId="0" sldId="259"/>
            <ac:spMk id="27651" creationId="{65B7EDE2-D690-95C4-7F0F-849AA0FA24CA}"/>
          </ac:spMkLst>
        </pc:spChg>
        <pc:spChg chg="mod">
          <ac:chgData name="Nidheesh M" userId="ba23f043-57f5-4ea1-9cac-0e86480d769c" providerId="ADAL" clId="{D713D298-5033-47FD-9C42-DEFF5F282126}" dt="2023-01-03T19:09:29.521" v="29" actId="1076"/>
          <ac:spMkLst>
            <pc:docMk/>
            <pc:sldMk cId="0" sldId="259"/>
            <ac:spMk id="34818" creationId="{531DAF30-5323-E8C6-B558-E1DAFA719E87}"/>
          </ac:spMkLst>
        </pc:spChg>
        <pc:grpChg chg="del mod">
          <ac:chgData name="Nidheesh M" userId="ba23f043-57f5-4ea1-9cac-0e86480d769c" providerId="ADAL" clId="{D713D298-5033-47FD-9C42-DEFF5F282126}" dt="2023-01-03T19:31:56.804" v="166" actId="478"/>
          <ac:grpSpMkLst>
            <pc:docMk/>
            <pc:sldMk cId="0" sldId="259"/>
            <ac:grpSpMk id="4134" creationId="{831D7714-9C0F-FA8C-8B38-00A0EB61DE75}"/>
          </ac:grpSpMkLst>
        </pc:grpChg>
        <pc:graphicFrameChg chg="mod modGraphic">
          <ac:chgData name="Nidheesh M" userId="ba23f043-57f5-4ea1-9cac-0e86480d769c" providerId="ADAL" clId="{D713D298-5033-47FD-9C42-DEFF5F282126}" dt="2023-01-03T19:32:20.689" v="168" actId="14734"/>
          <ac:graphicFrameMkLst>
            <pc:docMk/>
            <pc:sldMk cId="0" sldId="259"/>
            <ac:graphicFrameMk id="7170" creationId="{D83A217B-35C4-7AB6-CF5C-7F01BE13D007}"/>
          </ac:graphicFrameMkLst>
        </pc:graphicFrameChg>
        <pc:picChg chg="mod">
          <ac:chgData name="Nidheesh M" userId="ba23f043-57f5-4ea1-9cac-0e86480d769c" providerId="ADAL" clId="{D713D298-5033-47FD-9C42-DEFF5F282126}" dt="2023-01-03T19:09:44.969" v="47" actId="1036"/>
          <ac:picMkLst>
            <pc:docMk/>
            <pc:sldMk cId="0" sldId="259"/>
            <ac:picMk id="27652" creationId="{E46E6339-9DDE-37B3-D521-00FF291E3F6A}"/>
          </ac:picMkLst>
        </pc:picChg>
      </pc:sldChg>
      <pc:sldChg chg="modSp add del mod">
        <pc:chgData name="Nidheesh M" userId="ba23f043-57f5-4ea1-9cac-0e86480d769c" providerId="ADAL" clId="{D713D298-5033-47FD-9C42-DEFF5F282126}" dt="2023-01-03T19:32:50.421" v="172" actId="403"/>
        <pc:sldMkLst>
          <pc:docMk/>
          <pc:sldMk cId="0" sldId="260"/>
        </pc:sldMkLst>
        <pc:spChg chg="mod">
          <ac:chgData name="Nidheesh M" userId="ba23f043-57f5-4ea1-9cac-0e86480d769c" providerId="ADAL" clId="{D713D298-5033-47FD-9C42-DEFF5F282126}" dt="2023-01-03T19:32:50.421" v="172" actId="403"/>
          <ac:spMkLst>
            <pc:docMk/>
            <pc:sldMk cId="0" sldId="260"/>
            <ac:spMk id="8194" creationId="{C6F0483C-8F8B-31F0-65E0-D6DF4E80A355}"/>
          </ac:spMkLst>
        </pc:spChg>
        <pc:spChg chg="mod">
          <ac:chgData name="Nidheesh M" userId="ba23f043-57f5-4ea1-9cac-0e86480d769c" providerId="ADAL" clId="{D713D298-5033-47FD-9C42-DEFF5F282126}" dt="2023-01-03T19:09:17.732" v="28" actId="1076"/>
          <ac:spMkLst>
            <pc:docMk/>
            <pc:sldMk cId="0" sldId="260"/>
            <ac:spMk id="25603" creationId="{90EEA117-95D1-1512-8BE4-41D271A33ACA}"/>
          </ac:spMkLst>
        </pc:spChg>
        <pc:spChg chg="mod">
          <ac:chgData name="Nidheesh M" userId="ba23f043-57f5-4ea1-9cac-0e86480d769c" providerId="ADAL" clId="{D713D298-5033-47FD-9C42-DEFF5F282126}" dt="2023-01-03T19:09:09.445" v="25" actId="1076"/>
          <ac:spMkLst>
            <pc:docMk/>
            <pc:sldMk cId="0" sldId="260"/>
            <ac:spMk id="35842" creationId="{6514FAF4-1AE2-DD37-9FD6-C7E2B1C0D517}"/>
          </ac:spMkLst>
        </pc:spChg>
      </pc:sldChg>
      <pc:sldChg chg="modSp add del mod">
        <pc:chgData name="Nidheesh M" userId="ba23f043-57f5-4ea1-9cac-0e86480d769c" providerId="ADAL" clId="{D713D298-5033-47FD-9C42-DEFF5F282126}" dt="2023-01-03T19:33:15.748" v="176" actId="14100"/>
        <pc:sldMkLst>
          <pc:docMk/>
          <pc:sldMk cId="0" sldId="261"/>
        </pc:sldMkLst>
        <pc:spChg chg="mod">
          <ac:chgData name="Nidheesh M" userId="ba23f043-57f5-4ea1-9cac-0e86480d769c" providerId="ADAL" clId="{D713D298-5033-47FD-9C42-DEFF5F282126}" dt="2023-01-03T19:33:15.748" v="176" actId="14100"/>
          <ac:spMkLst>
            <pc:docMk/>
            <pc:sldMk cId="0" sldId="261"/>
            <ac:spMk id="6146" creationId="{57D5F635-D1F3-6D43-C45F-0275CCFEAD64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61"/>
            <ac:spMk id="36867" creationId="{08824C65-C4F8-9F3D-02CF-E15C8FEFE49D}"/>
          </ac:spMkLst>
        </pc:spChg>
      </pc:sldChg>
      <pc:sldChg chg="add del">
        <pc:chgData name="Nidheesh M" userId="ba23f043-57f5-4ea1-9cac-0e86480d769c" providerId="ADAL" clId="{D713D298-5033-47FD-9C42-DEFF5F282126}" dt="2023-01-03T19:30:12.294" v="151"/>
        <pc:sldMkLst>
          <pc:docMk/>
          <pc:sldMk cId="0" sldId="262"/>
        </pc:sldMkLst>
      </pc:sldChg>
      <pc:sldChg chg="add del">
        <pc:chgData name="Nidheesh M" userId="ba23f043-57f5-4ea1-9cac-0e86480d769c" providerId="ADAL" clId="{D713D298-5033-47FD-9C42-DEFF5F282126}" dt="2023-01-03T19:30:12.294" v="151"/>
        <pc:sldMkLst>
          <pc:docMk/>
          <pc:sldMk cId="0" sldId="263"/>
        </pc:sldMkLst>
      </pc:sldChg>
      <pc:sldChg chg="add del">
        <pc:chgData name="Nidheesh M" userId="ba23f043-57f5-4ea1-9cac-0e86480d769c" providerId="ADAL" clId="{D713D298-5033-47FD-9C42-DEFF5F282126}" dt="2023-01-03T19:30:12.294" v="151"/>
        <pc:sldMkLst>
          <pc:docMk/>
          <pc:sldMk cId="0" sldId="264"/>
        </pc:sldMkLst>
      </pc:sldChg>
      <pc:sldChg chg="modSp add del mod">
        <pc:chgData name="Nidheesh M" userId="ba23f043-57f5-4ea1-9cac-0e86480d769c" providerId="ADAL" clId="{D713D298-5033-47FD-9C42-DEFF5F282126}" dt="2023-01-03T19:37:46.630" v="184" actId="1076"/>
        <pc:sldMkLst>
          <pc:docMk/>
          <pc:sldMk cId="0" sldId="265"/>
        </pc:sldMkLst>
        <pc:spChg chg="mod">
          <ac:chgData name="Nidheesh M" userId="ba23f043-57f5-4ea1-9cac-0e86480d769c" providerId="ADAL" clId="{D713D298-5033-47FD-9C42-DEFF5F282126}" dt="2023-01-03T19:37:41.446" v="183" actId="14100"/>
          <ac:spMkLst>
            <pc:docMk/>
            <pc:sldMk cId="0" sldId="265"/>
            <ac:spMk id="10242" creationId="{4C71664D-97E7-A817-5B94-70590FF40471}"/>
          </ac:spMkLst>
        </pc:spChg>
        <pc:spChg chg="mod">
          <ac:chgData name="Nidheesh M" userId="ba23f043-57f5-4ea1-9cac-0e86480d769c" providerId="ADAL" clId="{D713D298-5033-47FD-9C42-DEFF5F282126}" dt="2023-01-03T19:37:46.630" v="184" actId="1076"/>
          <ac:spMkLst>
            <pc:docMk/>
            <pc:sldMk cId="0" sldId="265"/>
            <ac:spMk id="10243" creationId="{DB3668E3-AF16-CDD3-536E-17FBF37D00F1}"/>
          </ac:spMkLst>
        </pc:spChg>
        <pc:spChg chg="mod">
          <ac:chgData name="Nidheesh M" userId="ba23f043-57f5-4ea1-9cac-0e86480d769c" providerId="ADAL" clId="{D713D298-5033-47FD-9C42-DEFF5F282126}" dt="2023-01-03T19:37:09.048" v="180" actId="14100"/>
          <ac:spMkLst>
            <pc:docMk/>
            <pc:sldMk cId="0" sldId="265"/>
            <ac:spMk id="10244" creationId="{EEE15FBC-4026-BE19-A942-7B3BECDDCF20}"/>
          </ac:spMkLst>
        </pc:spChg>
        <pc:spChg chg="mod">
          <ac:chgData name="Nidheesh M" userId="ba23f043-57f5-4ea1-9cac-0e86480d769c" providerId="ADAL" clId="{D713D298-5033-47FD-9C42-DEFF5F282126}" dt="2023-01-03T19:37:15.557" v="181" actId="1076"/>
          <ac:spMkLst>
            <pc:docMk/>
            <pc:sldMk cId="0" sldId="265"/>
            <ac:spMk id="10245" creationId="{83822441-EA78-A7AA-C734-8138ABD13D29}"/>
          </ac:spMkLst>
        </pc:spChg>
      </pc:sldChg>
      <pc:sldChg chg="modSp add del mod">
        <pc:chgData name="Nidheesh M" userId="ba23f043-57f5-4ea1-9cac-0e86480d769c" providerId="ADAL" clId="{D713D298-5033-47FD-9C42-DEFF5F282126}" dt="2023-01-03T19:38:12.311" v="187" actId="1076"/>
        <pc:sldMkLst>
          <pc:docMk/>
          <pc:sldMk cId="0" sldId="266"/>
        </pc:sldMkLst>
        <pc:spChg chg="mod">
          <ac:chgData name="Nidheesh M" userId="ba23f043-57f5-4ea1-9cac-0e86480d769c" providerId="ADAL" clId="{D713D298-5033-47FD-9C42-DEFF5F282126}" dt="2023-01-03T19:38:12.311" v="187" actId="1076"/>
          <ac:spMkLst>
            <pc:docMk/>
            <pc:sldMk cId="0" sldId="266"/>
            <ac:spMk id="11267" creationId="{743A79E1-BEFF-B7CC-CD26-A921345CA791}"/>
          </ac:spMkLst>
        </pc:spChg>
        <pc:spChg chg="mod">
          <ac:chgData name="Nidheesh M" userId="ba23f043-57f5-4ea1-9cac-0e86480d769c" providerId="ADAL" clId="{D713D298-5033-47FD-9C42-DEFF5F282126}" dt="2023-01-03T19:38:07.750" v="186" actId="1076"/>
          <ac:spMkLst>
            <pc:docMk/>
            <pc:sldMk cId="0" sldId="266"/>
            <ac:spMk id="11268" creationId="{2E25ABC3-1AA6-D11C-3877-0111C6D0E86A}"/>
          </ac:spMkLst>
        </pc:spChg>
        <pc:spChg chg="mod">
          <ac:chgData name="Nidheesh M" userId="ba23f043-57f5-4ea1-9cac-0e86480d769c" providerId="ADAL" clId="{D713D298-5033-47FD-9C42-DEFF5F282126}" dt="2023-01-03T19:37:59.314" v="185" actId="14100"/>
          <ac:spMkLst>
            <pc:docMk/>
            <pc:sldMk cId="0" sldId="266"/>
            <ac:spMk id="14338" creationId="{FD448211-031F-8407-F6C7-16E057859E73}"/>
          </ac:spMkLst>
        </pc:spChg>
      </pc:sldChg>
      <pc:sldChg chg="modSp add del mod">
        <pc:chgData name="Nidheesh M" userId="ba23f043-57f5-4ea1-9cac-0e86480d769c" providerId="ADAL" clId="{D713D298-5033-47FD-9C42-DEFF5F282126}" dt="2023-01-03T19:39:33.240" v="194" actId="14100"/>
        <pc:sldMkLst>
          <pc:docMk/>
          <pc:sldMk cId="0" sldId="267"/>
        </pc:sldMkLst>
        <pc:spChg chg="mod">
          <ac:chgData name="Nidheesh M" userId="ba23f043-57f5-4ea1-9cac-0e86480d769c" providerId="ADAL" clId="{D713D298-5033-47FD-9C42-DEFF5F282126}" dt="2023-01-03T19:39:33.240" v="194" actId="14100"/>
          <ac:spMkLst>
            <pc:docMk/>
            <pc:sldMk cId="0" sldId="267"/>
            <ac:spMk id="12291" creationId="{87F4FB61-F56C-E7F6-9001-FF2806270359}"/>
          </ac:spMkLst>
        </pc:spChg>
      </pc:sldChg>
      <pc:sldChg chg="modSp add del mod">
        <pc:chgData name="Nidheesh M" userId="ba23f043-57f5-4ea1-9cac-0e86480d769c" providerId="ADAL" clId="{D713D298-5033-47FD-9C42-DEFF5F282126}" dt="2023-01-03T19:42:09.141" v="225" actId="20577"/>
        <pc:sldMkLst>
          <pc:docMk/>
          <pc:sldMk cId="0" sldId="268"/>
        </pc:sldMkLst>
        <pc:spChg chg="mod">
          <ac:chgData name="Nidheesh M" userId="ba23f043-57f5-4ea1-9cac-0e86480d769c" providerId="ADAL" clId="{D713D298-5033-47FD-9C42-DEFF5F282126}" dt="2023-01-03T19:42:09.141" v="225" actId="20577"/>
          <ac:spMkLst>
            <pc:docMk/>
            <pc:sldMk cId="0" sldId="268"/>
            <ac:spMk id="13351" creationId="{F762DEA4-599E-F502-D47D-A5CDCA47C297}"/>
          </ac:spMkLst>
        </pc:spChg>
        <pc:spChg chg="mod">
          <ac:chgData name="Nidheesh M" userId="ba23f043-57f5-4ea1-9cac-0e86480d769c" providerId="ADAL" clId="{D713D298-5033-47FD-9C42-DEFF5F282126}" dt="2023-01-03T19:40:22.233" v="200" actId="1076"/>
          <ac:spMkLst>
            <pc:docMk/>
            <pc:sldMk cId="0" sldId="268"/>
            <ac:spMk id="13352" creationId="{84090DDE-C86E-C67F-6EEC-30C817ABFF9A}"/>
          </ac:spMkLst>
        </pc:spChg>
        <pc:spChg chg="mod">
          <ac:chgData name="Nidheesh M" userId="ba23f043-57f5-4ea1-9cac-0e86480d769c" providerId="ADAL" clId="{D713D298-5033-47FD-9C42-DEFF5F282126}" dt="2023-01-03T19:40:35.161" v="204" actId="1076"/>
          <ac:spMkLst>
            <pc:docMk/>
            <pc:sldMk cId="0" sldId="268"/>
            <ac:spMk id="13353" creationId="{D2498D0A-1F60-86D4-9C70-4ED04A7E93D7}"/>
          </ac:spMkLst>
        </pc:spChg>
        <pc:spChg chg="mod">
          <ac:chgData name="Nidheesh M" userId="ba23f043-57f5-4ea1-9cac-0e86480d769c" providerId="ADAL" clId="{D713D298-5033-47FD-9C42-DEFF5F282126}" dt="2023-01-03T19:41:42.720" v="217" actId="14100"/>
          <ac:spMkLst>
            <pc:docMk/>
            <pc:sldMk cId="0" sldId="268"/>
            <ac:spMk id="13354" creationId="{9902891A-3BAF-87F6-2B1D-130B981A6BD3}"/>
          </ac:spMkLst>
        </pc:spChg>
        <pc:spChg chg="mod">
          <ac:chgData name="Nidheesh M" userId="ba23f043-57f5-4ea1-9cac-0e86480d769c" providerId="ADAL" clId="{D713D298-5033-47FD-9C42-DEFF5F282126}" dt="2023-01-03T19:41:55.236" v="219" actId="14100"/>
          <ac:spMkLst>
            <pc:docMk/>
            <pc:sldMk cId="0" sldId="268"/>
            <ac:spMk id="13355" creationId="{3FF4B511-393F-8E2F-1AB2-FB2C7657D89E}"/>
          </ac:spMkLst>
        </pc:spChg>
        <pc:graphicFrameChg chg="mod">
          <ac:chgData name="Nidheesh M" userId="ba23f043-57f5-4ea1-9cac-0e86480d769c" providerId="ADAL" clId="{D713D298-5033-47FD-9C42-DEFF5F282126}" dt="2023-01-03T19:39:56.208" v="196" actId="1076"/>
          <ac:graphicFrameMkLst>
            <pc:docMk/>
            <pc:sldMk cId="0" sldId="268"/>
            <ac:graphicFrameMk id="16386" creationId="{B6857D0C-F26F-F786-9196-C2FBB705F95C}"/>
          </ac:graphicFrameMkLst>
        </pc:graphicFrameChg>
      </pc:sldChg>
      <pc:sldChg chg="modSp add del mod">
        <pc:chgData name="Nidheesh M" userId="ba23f043-57f5-4ea1-9cac-0e86480d769c" providerId="ADAL" clId="{D713D298-5033-47FD-9C42-DEFF5F282126}" dt="2023-01-03T19:43:47.982" v="234" actId="33524"/>
        <pc:sldMkLst>
          <pc:docMk/>
          <pc:sldMk cId="0" sldId="269"/>
        </pc:sldMkLst>
        <pc:spChg chg="mod">
          <ac:chgData name="Nidheesh M" userId="ba23f043-57f5-4ea1-9cac-0e86480d769c" providerId="ADAL" clId="{D713D298-5033-47FD-9C42-DEFF5F282126}" dt="2023-01-03T19:30:12.430" v="152" actId="27636"/>
          <ac:spMkLst>
            <pc:docMk/>
            <pc:sldMk cId="0" sldId="269"/>
            <ac:spMk id="14338" creationId="{74B30A2D-B6CE-B728-9E8A-16F04E99D14C}"/>
          </ac:spMkLst>
        </pc:spChg>
        <pc:spChg chg="mod">
          <ac:chgData name="Nidheesh M" userId="ba23f043-57f5-4ea1-9cac-0e86480d769c" providerId="ADAL" clId="{D713D298-5033-47FD-9C42-DEFF5F282126}" dt="2023-01-03T19:43:25.655" v="232" actId="1076"/>
          <ac:spMkLst>
            <pc:docMk/>
            <pc:sldMk cId="0" sldId="269"/>
            <ac:spMk id="14340" creationId="{D960C4AA-A5B0-CE0B-2E6F-02D1BDF6AA95}"/>
          </ac:spMkLst>
        </pc:spChg>
        <pc:spChg chg="mod">
          <ac:chgData name="Nidheesh M" userId="ba23f043-57f5-4ea1-9cac-0e86480d769c" providerId="ADAL" clId="{D713D298-5033-47FD-9C42-DEFF5F282126}" dt="2023-01-03T19:43:47.982" v="234" actId="33524"/>
          <ac:spMkLst>
            <pc:docMk/>
            <pc:sldMk cId="0" sldId="269"/>
            <ac:spMk id="17411" creationId="{72AD08C6-B21C-6B8F-3FD1-C1EC77C4967C}"/>
          </ac:spMkLst>
        </pc:spChg>
      </pc:sldChg>
      <pc:sldChg chg="modSp add del mod">
        <pc:chgData name="Nidheesh M" userId="ba23f043-57f5-4ea1-9cac-0e86480d769c" providerId="ADAL" clId="{D713D298-5033-47FD-9C42-DEFF5F282126}" dt="2023-01-03T19:45:05.841" v="244" actId="1076"/>
        <pc:sldMkLst>
          <pc:docMk/>
          <pc:sldMk cId="0" sldId="270"/>
        </pc:sldMkLst>
        <pc:spChg chg="mod">
          <ac:chgData name="Nidheesh M" userId="ba23f043-57f5-4ea1-9cac-0e86480d769c" providerId="ADAL" clId="{D713D298-5033-47FD-9C42-DEFF5F282126}" dt="2023-01-03T19:44:42.314" v="241" actId="20577"/>
          <ac:spMkLst>
            <pc:docMk/>
            <pc:sldMk cId="0" sldId="270"/>
            <ac:spMk id="15362" creationId="{1150FF53-B9DA-4C70-E0F4-3BA4DC43B7F2}"/>
          </ac:spMkLst>
        </pc:spChg>
        <pc:spChg chg="mod">
          <ac:chgData name="Nidheesh M" userId="ba23f043-57f5-4ea1-9cac-0e86480d769c" providerId="ADAL" clId="{D713D298-5033-47FD-9C42-DEFF5F282126}" dt="2023-01-03T19:44:47.295" v="242" actId="1076"/>
          <ac:spMkLst>
            <pc:docMk/>
            <pc:sldMk cId="0" sldId="270"/>
            <ac:spMk id="15363" creationId="{C32C7654-8746-14FC-D8C1-92F3AC64671A}"/>
          </ac:spMkLst>
        </pc:spChg>
        <pc:spChg chg="mod">
          <ac:chgData name="Nidheesh M" userId="ba23f043-57f5-4ea1-9cac-0e86480d769c" providerId="ADAL" clId="{D713D298-5033-47FD-9C42-DEFF5F282126}" dt="2023-01-03T19:44:54.509" v="243" actId="1076"/>
          <ac:spMkLst>
            <pc:docMk/>
            <pc:sldMk cId="0" sldId="270"/>
            <ac:spMk id="15364" creationId="{0548B029-7CCB-B5C9-F2E9-2EF0AF44B998}"/>
          </ac:spMkLst>
        </pc:spChg>
        <pc:spChg chg="mod">
          <ac:chgData name="Nidheesh M" userId="ba23f043-57f5-4ea1-9cac-0e86480d769c" providerId="ADAL" clId="{D713D298-5033-47FD-9C42-DEFF5F282126}" dt="2023-01-03T19:45:05.841" v="244" actId="1076"/>
          <ac:spMkLst>
            <pc:docMk/>
            <pc:sldMk cId="0" sldId="270"/>
            <ac:spMk id="15365" creationId="{E750785B-2727-95C2-47A1-BC77E49A65D1}"/>
          </ac:spMkLst>
        </pc:spChg>
      </pc:sldChg>
      <pc:sldChg chg="addSp delSp modSp add del mod">
        <pc:chgData name="Nidheesh M" userId="ba23f043-57f5-4ea1-9cac-0e86480d769c" providerId="ADAL" clId="{D713D298-5033-47FD-9C42-DEFF5F282126}" dt="2023-01-03T19:48:12.397" v="268" actId="1076"/>
        <pc:sldMkLst>
          <pc:docMk/>
          <pc:sldMk cId="0" sldId="272"/>
        </pc:sldMkLst>
        <pc:spChg chg="add mod">
          <ac:chgData name="Nidheesh M" userId="ba23f043-57f5-4ea1-9cac-0e86480d769c" providerId="ADAL" clId="{D713D298-5033-47FD-9C42-DEFF5F282126}" dt="2023-01-03T19:48:12.397" v="268" actId="1076"/>
          <ac:spMkLst>
            <pc:docMk/>
            <pc:sldMk cId="0" sldId="272"/>
            <ac:spMk id="2" creationId="{E6BF4AFE-062B-96BC-B84F-2566E41316A8}"/>
          </ac:spMkLst>
        </pc:spChg>
        <pc:spChg chg="mod">
          <ac:chgData name="Nidheesh M" userId="ba23f043-57f5-4ea1-9cac-0e86480d769c" providerId="ADAL" clId="{D713D298-5033-47FD-9C42-DEFF5F282126}" dt="2023-01-03T19:48:07.134" v="267" actId="20577"/>
          <ac:spMkLst>
            <pc:docMk/>
            <pc:sldMk cId="0" sldId="272"/>
            <ac:spMk id="17410" creationId="{D41B50E7-D089-4DF9-77BF-F551868A1B72}"/>
          </ac:spMkLst>
        </pc:spChg>
        <pc:spChg chg="mod">
          <ac:chgData name="Nidheesh M" userId="ba23f043-57f5-4ea1-9cac-0e86480d769c" providerId="ADAL" clId="{D713D298-5033-47FD-9C42-DEFF5F282126}" dt="2023-01-03T19:47:10.078" v="259" actId="1076"/>
          <ac:spMkLst>
            <pc:docMk/>
            <pc:sldMk cId="0" sldId="272"/>
            <ac:spMk id="17411" creationId="{5867BFD1-6FAA-947E-20CD-FF99045D9378}"/>
          </ac:spMkLst>
        </pc:spChg>
        <pc:spChg chg="mod">
          <ac:chgData name="Nidheesh M" userId="ba23f043-57f5-4ea1-9cac-0e86480d769c" providerId="ADAL" clId="{D713D298-5033-47FD-9C42-DEFF5F282126}" dt="2023-01-03T19:47:17.155" v="260" actId="1076"/>
          <ac:spMkLst>
            <pc:docMk/>
            <pc:sldMk cId="0" sldId="272"/>
            <ac:spMk id="17412" creationId="{28846837-7A36-3A18-9FC8-F22A9EC65EAA}"/>
          </ac:spMkLst>
        </pc:spChg>
        <pc:spChg chg="mod">
          <ac:chgData name="Nidheesh M" userId="ba23f043-57f5-4ea1-9cac-0e86480d769c" providerId="ADAL" clId="{D713D298-5033-47FD-9C42-DEFF5F282126}" dt="2023-01-03T19:47:22.187" v="261" actId="1076"/>
          <ac:spMkLst>
            <pc:docMk/>
            <pc:sldMk cId="0" sldId="272"/>
            <ac:spMk id="17413" creationId="{883EE736-8CDF-5CF1-D70E-11456E36CE79}"/>
          </ac:spMkLst>
        </pc:spChg>
        <pc:spChg chg="del">
          <ac:chgData name="Nidheesh M" userId="ba23f043-57f5-4ea1-9cac-0e86480d769c" providerId="ADAL" clId="{D713D298-5033-47FD-9C42-DEFF5F282126}" dt="2023-01-03T19:47:31.689" v="263" actId="478"/>
          <ac:spMkLst>
            <pc:docMk/>
            <pc:sldMk cId="0" sldId="272"/>
            <ac:spMk id="17414" creationId="{B9574C7C-01DC-1847-2BC0-9DFC3BA898A5}"/>
          </ac:spMkLst>
        </pc:spChg>
        <pc:spChg chg="mod">
          <ac:chgData name="Nidheesh M" userId="ba23f043-57f5-4ea1-9cac-0e86480d769c" providerId="ADAL" clId="{D713D298-5033-47FD-9C42-DEFF5F282126}" dt="2023-01-03T19:47:28.226" v="262" actId="1076"/>
          <ac:spMkLst>
            <pc:docMk/>
            <pc:sldMk cId="0" sldId="272"/>
            <ac:spMk id="17415" creationId="{1B757AE8-B098-E3BF-F4F2-225951ABAA82}"/>
          </ac:spMkLst>
        </pc:spChg>
      </pc:sldChg>
      <pc:sldChg chg="del">
        <pc:chgData name="Nidheesh M" userId="ba23f043-57f5-4ea1-9cac-0e86480d769c" providerId="ADAL" clId="{D713D298-5033-47FD-9C42-DEFF5F282126}" dt="2023-01-03T19:06:25.893" v="0" actId="47"/>
        <pc:sldMkLst>
          <pc:docMk/>
          <pc:sldMk cId="0" sldId="273"/>
        </pc:sldMkLst>
      </pc:sldChg>
      <pc:sldChg chg="del">
        <pc:chgData name="Nidheesh M" userId="ba23f043-57f5-4ea1-9cac-0e86480d769c" providerId="ADAL" clId="{D713D298-5033-47FD-9C42-DEFF5F282126}" dt="2023-01-03T19:06:25.893" v="0" actId="47"/>
        <pc:sldMkLst>
          <pc:docMk/>
          <pc:sldMk cId="0" sldId="274"/>
        </pc:sldMkLst>
      </pc:sldChg>
      <pc:sldChg chg="del">
        <pc:chgData name="Nidheesh M" userId="ba23f043-57f5-4ea1-9cac-0e86480d769c" providerId="ADAL" clId="{D713D298-5033-47FD-9C42-DEFF5F282126}" dt="2023-01-03T19:06:25.893" v="0" actId="47"/>
        <pc:sldMkLst>
          <pc:docMk/>
          <pc:sldMk cId="0" sldId="276"/>
        </pc:sldMkLst>
      </pc:sldChg>
      <pc:sldChg chg="modSp add del mod">
        <pc:chgData name="Nidheesh M" userId="ba23f043-57f5-4ea1-9cac-0e86480d769c" providerId="ADAL" clId="{D713D298-5033-47FD-9C42-DEFF5F282126}" dt="2023-01-03T19:30:12.294" v="151"/>
        <pc:sldMkLst>
          <pc:docMk/>
          <pc:sldMk cId="0" sldId="277"/>
        </pc:sldMkLst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77"/>
            <ac:spMk id="23555" creationId="{5D543A45-439B-9073-652F-C4034FCEB5AB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77"/>
            <ac:spMk id="63490" creationId="{31CDF409-975A-5D06-9906-7A80966A8CFD}"/>
          </ac:spMkLst>
        </pc:spChg>
      </pc:sldChg>
      <pc:sldChg chg="modSp add del mod">
        <pc:chgData name="Nidheesh M" userId="ba23f043-57f5-4ea1-9cac-0e86480d769c" providerId="ADAL" clId="{D713D298-5033-47FD-9C42-DEFF5F282126}" dt="2023-01-03T19:51:14.887" v="298" actId="14100"/>
        <pc:sldMkLst>
          <pc:docMk/>
          <pc:sldMk cId="0" sldId="278"/>
        </pc:sldMkLst>
        <pc:spChg chg="mod">
          <ac:chgData name="Nidheesh M" userId="ba23f043-57f5-4ea1-9cac-0e86480d769c" providerId="ADAL" clId="{D713D298-5033-47FD-9C42-DEFF5F282126}" dt="2023-01-03T19:51:14.887" v="298" actId="14100"/>
          <ac:spMkLst>
            <pc:docMk/>
            <pc:sldMk cId="0" sldId="278"/>
            <ac:spMk id="19459" creationId="{208EFE75-E1DB-6EEC-FFA2-1E0E97952822}"/>
          </ac:spMkLst>
        </pc:spChg>
        <pc:spChg chg="mod">
          <ac:chgData name="Nidheesh M" userId="ba23f043-57f5-4ea1-9cac-0e86480d769c" providerId="ADAL" clId="{D713D298-5033-47FD-9C42-DEFF5F282126}" dt="2023-01-03T19:51:01.503" v="297" actId="1036"/>
          <ac:spMkLst>
            <pc:docMk/>
            <pc:sldMk cId="0" sldId="278"/>
            <ac:spMk id="19460" creationId="{B3228B21-441B-EDF0-6351-18E55AF10ED2}"/>
          </ac:spMkLst>
        </pc:spChg>
        <pc:spChg chg="mod">
          <ac:chgData name="Nidheesh M" userId="ba23f043-57f5-4ea1-9cac-0e86480d769c" providerId="ADAL" clId="{D713D298-5033-47FD-9C42-DEFF5F282126}" dt="2023-01-03T19:51:01.503" v="297" actId="1036"/>
          <ac:spMkLst>
            <pc:docMk/>
            <pc:sldMk cId="0" sldId="278"/>
            <ac:spMk id="19461" creationId="{991E84AD-335E-A9C9-2706-4176C6D7B5CC}"/>
          </ac:spMkLst>
        </pc:spChg>
      </pc:sldChg>
      <pc:sldChg chg="modSp add del mod">
        <pc:chgData name="Nidheesh M" userId="ba23f043-57f5-4ea1-9cac-0e86480d769c" providerId="ADAL" clId="{D713D298-5033-47FD-9C42-DEFF5F282126}" dt="2023-01-03T19:52:10.912" v="303" actId="1076"/>
        <pc:sldMkLst>
          <pc:docMk/>
          <pc:sldMk cId="0" sldId="279"/>
        </pc:sldMkLst>
        <pc:spChg chg="mod">
          <ac:chgData name="Nidheesh M" userId="ba23f043-57f5-4ea1-9cac-0e86480d769c" providerId="ADAL" clId="{D713D298-5033-47FD-9C42-DEFF5F282126}" dt="2023-01-03T19:51:29.616" v="300" actId="115"/>
          <ac:spMkLst>
            <pc:docMk/>
            <pc:sldMk cId="0" sldId="279"/>
            <ac:spMk id="20482" creationId="{2F700488-B20F-DA6C-A0E6-9ADC822A2E4A}"/>
          </ac:spMkLst>
        </pc:spChg>
        <pc:spChg chg="mod">
          <ac:chgData name="Nidheesh M" userId="ba23f043-57f5-4ea1-9cac-0e86480d769c" providerId="ADAL" clId="{D713D298-5033-47FD-9C42-DEFF5F282126}" dt="2023-01-03T19:52:10.912" v="303" actId="1076"/>
          <ac:spMkLst>
            <pc:docMk/>
            <pc:sldMk cId="0" sldId="279"/>
            <ac:spMk id="20500" creationId="{064D4FCE-51E1-E915-9E8B-0A2D9DF80E45}"/>
          </ac:spMkLst>
        </pc:spChg>
        <pc:spChg chg="mod">
          <ac:chgData name="Nidheesh M" userId="ba23f043-57f5-4ea1-9cac-0e86480d769c" providerId="ADAL" clId="{D713D298-5033-47FD-9C42-DEFF5F282126}" dt="2023-01-03T19:52:04.571" v="302" actId="1076"/>
          <ac:spMkLst>
            <pc:docMk/>
            <pc:sldMk cId="0" sldId="279"/>
            <ac:spMk id="20501" creationId="{109F06BD-CA0E-590A-FC19-564B5C428BD5}"/>
          </ac:spMkLst>
        </pc:spChg>
        <pc:spChg chg="mod">
          <ac:chgData name="Nidheesh M" userId="ba23f043-57f5-4ea1-9cac-0e86480d769c" providerId="ADAL" clId="{D713D298-5033-47FD-9C42-DEFF5F282126}" dt="2023-01-03T19:52:00.253" v="301" actId="1076"/>
          <ac:spMkLst>
            <pc:docMk/>
            <pc:sldMk cId="0" sldId="279"/>
            <ac:spMk id="20502" creationId="{9807C34B-D6F6-B0BF-0537-EFF7D42FA5BC}"/>
          </ac:spMkLst>
        </pc:spChg>
        <pc:spChg chg="mod">
          <ac:chgData name="Nidheesh M" userId="ba23f043-57f5-4ea1-9cac-0e86480d769c" providerId="ADAL" clId="{D713D298-5033-47FD-9C42-DEFF5F282126}" dt="2023-01-03T19:13:28.402" v="60" actId="14100"/>
          <ac:spMkLst>
            <pc:docMk/>
            <pc:sldMk cId="0" sldId="279"/>
            <ac:spMk id="41987" creationId="{291FB704-13A6-0452-64AB-DBEEF4647F63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79"/>
            <ac:spMk id="65538" creationId="{8F971224-9228-7469-5A20-AC388C88ACDD}"/>
          </ac:spMkLst>
        </pc:spChg>
      </pc:sldChg>
      <pc:sldChg chg="modSp add del mod">
        <pc:chgData name="Nidheesh M" userId="ba23f043-57f5-4ea1-9cac-0e86480d769c" providerId="ADAL" clId="{D713D298-5033-47FD-9C42-DEFF5F282126}" dt="2023-01-03T19:52:55.530" v="309" actId="14100"/>
        <pc:sldMkLst>
          <pc:docMk/>
          <pc:sldMk cId="0" sldId="280"/>
        </pc:sldMkLst>
        <pc:spChg chg="mod">
          <ac:chgData name="Nidheesh M" userId="ba23f043-57f5-4ea1-9cac-0e86480d769c" providerId="ADAL" clId="{D713D298-5033-47FD-9C42-DEFF5F282126}" dt="2023-01-03T19:52:55.530" v="309" actId="14100"/>
          <ac:spMkLst>
            <pc:docMk/>
            <pc:sldMk cId="0" sldId="280"/>
            <ac:spMk id="21507" creationId="{08CC8882-D479-5139-C03F-8D9E97702AA3}"/>
          </ac:spMkLst>
        </pc:spChg>
        <pc:spChg chg="mod">
          <ac:chgData name="Nidheesh M" userId="ba23f043-57f5-4ea1-9cac-0e86480d769c" providerId="ADAL" clId="{D713D298-5033-47FD-9C42-DEFF5F282126}" dt="2023-01-03T19:52:49.974" v="308" actId="1076"/>
          <ac:spMkLst>
            <pc:docMk/>
            <pc:sldMk cId="0" sldId="280"/>
            <ac:spMk id="21508" creationId="{8529ADFA-93F2-52D0-B13F-7C283C4C0FCC}"/>
          </ac:spMkLst>
        </pc:spChg>
        <pc:spChg chg="mod">
          <ac:chgData name="Nidheesh M" userId="ba23f043-57f5-4ea1-9cac-0e86480d769c" providerId="ADAL" clId="{D713D298-5033-47FD-9C42-DEFF5F282126}" dt="2023-01-03T19:52:21.514" v="304" actId="115"/>
          <ac:spMkLst>
            <pc:docMk/>
            <pc:sldMk cId="0" sldId="280"/>
            <ac:spMk id="28674" creationId="{E3443A6D-98F1-76E2-D864-C5C41F01B110}"/>
          </ac:spMkLst>
        </pc:spChg>
      </pc:sldChg>
      <pc:sldChg chg="add del">
        <pc:chgData name="Nidheesh M" userId="ba23f043-57f5-4ea1-9cac-0e86480d769c" providerId="ADAL" clId="{D713D298-5033-47FD-9C42-DEFF5F282126}" dt="2023-01-03T19:30:12.294" v="151"/>
        <pc:sldMkLst>
          <pc:docMk/>
          <pc:sldMk cId="0" sldId="281"/>
        </pc:sldMkLst>
      </pc:sldChg>
      <pc:sldChg chg="addSp delSp modSp add mod">
        <pc:chgData name="Nidheesh M" userId="ba23f043-57f5-4ea1-9cac-0e86480d769c" providerId="ADAL" clId="{D713D298-5033-47FD-9C42-DEFF5F282126}" dt="2023-01-03T19:57:35.581" v="323" actId="1076"/>
        <pc:sldMkLst>
          <pc:docMk/>
          <pc:sldMk cId="0" sldId="282"/>
        </pc:sldMkLst>
        <pc:spChg chg="add del mod">
          <ac:chgData name="Nidheesh M" userId="ba23f043-57f5-4ea1-9cac-0e86480d769c" providerId="ADAL" clId="{D713D298-5033-47FD-9C42-DEFF5F282126}" dt="2023-01-03T19:56:27.290" v="318" actId="767"/>
          <ac:spMkLst>
            <pc:docMk/>
            <pc:sldMk cId="0" sldId="282"/>
            <ac:spMk id="2" creationId="{161ABF35-8DE8-1D0F-E80D-A10B06336468}"/>
          </ac:spMkLst>
        </pc:spChg>
        <pc:spChg chg="mod">
          <ac:chgData name="Nidheesh M" userId="ba23f043-57f5-4ea1-9cac-0e86480d769c" providerId="ADAL" clId="{D713D298-5033-47FD-9C42-DEFF5F282126}" dt="2023-01-03T19:30:12.438" v="153" actId="27636"/>
          <ac:spMkLst>
            <pc:docMk/>
            <pc:sldMk cId="0" sldId="282"/>
            <ac:spMk id="23554" creationId="{B37B4A25-531F-66B5-EB09-D3BE6BD8C5B3}"/>
          </ac:spMkLst>
        </pc:spChg>
        <pc:spChg chg="add del mod">
          <ac:chgData name="Nidheesh M" userId="ba23f043-57f5-4ea1-9cac-0e86480d769c" providerId="ADAL" clId="{D713D298-5033-47FD-9C42-DEFF5F282126}" dt="2023-01-03T19:56:29.140" v="321" actId="1076"/>
          <ac:spMkLst>
            <pc:docMk/>
            <pc:sldMk cId="0" sldId="282"/>
            <ac:spMk id="23555" creationId="{308655BA-9BB9-46A0-E390-FCFB1CDD5EE4}"/>
          </ac:spMkLst>
        </pc:spChg>
        <pc:spChg chg="mod">
          <ac:chgData name="Nidheesh M" userId="ba23f043-57f5-4ea1-9cac-0e86480d769c" providerId="ADAL" clId="{D713D298-5033-47FD-9C42-DEFF5F282126}" dt="2023-01-03T19:57:32.293" v="322" actId="1076"/>
          <ac:spMkLst>
            <pc:docMk/>
            <pc:sldMk cId="0" sldId="282"/>
            <ac:spMk id="23556" creationId="{1511BAB6-2120-02D1-FC66-A7CCC0D5A2F3}"/>
          </ac:spMkLst>
        </pc:spChg>
        <pc:spChg chg="mod">
          <ac:chgData name="Nidheesh M" userId="ba23f043-57f5-4ea1-9cac-0e86480d769c" providerId="ADAL" clId="{D713D298-5033-47FD-9C42-DEFF5F282126}" dt="2023-01-03T19:57:35.581" v="323" actId="1076"/>
          <ac:spMkLst>
            <pc:docMk/>
            <pc:sldMk cId="0" sldId="282"/>
            <ac:spMk id="23557" creationId="{C596B162-C600-069C-6AAD-4A532A1A19D3}"/>
          </ac:spMkLst>
        </pc:spChg>
      </pc:sldChg>
      <pc:sldChg chg="modSp add mod">
        <pc:chgData name="Nidheesh M" userId="ba23f043-57f5-4ea1-9cac-0e86480d769c" providerId="ADAL" clId="{D713D298-5033-47FD-9C42-DEFF5F282126}" dt="2023-01-03T19:58:23.263" v="329" actId="1076"/>
        <pc:sldMkLst>
          <pc:docMk/>
          <pc:sldMk cId="0" sldId="283"/>
        </pc:sldMkLst>
        <pc:spChg chg="mod">
          <ac:chgData name="Nidheesh M" userId="ba23f043-57f5-4ea1-9cac-0e86480d769c" providerId="ADAL" clId="{D713D298-5033-47FD-9C42-DEFF5F282126}" dt="2023-01-03T19:58:00.243" v="325" actId="1076"/>
          <ac:spMkLst>
            <pc:docMk/>
            <pc:sldMk cId="0" sldId="283"/>
            <ac:spMk id="24595" creationId="{6C4399C1-03EE-B682-5261-8833B8B1533D}"/>
          </ac:spMkLst>
        </pc:spChg>
        <pc:spChg chg="mod">
          <ac:chgData name="Nidheesh M" userId="ba23f043-57f5-4ea1-9cac-0e86480d769c" providerId="ADAL" clId="{D713D298-5033-47FD-9C42-DEFF5F282126}" dt="2023-01-03T19:58:13.141" v="327" actId="1076"/>
          <ac:spMkLst>
            <pc:docMk/>
            <pc:sldMk cId="0" sldId="283"/>
            <ac:spMk id="24596" creationId="{7ABD4D1F-FC69-5596-E7D8-A37AD5256D23}"/>
          </ac:spMkLst>
        </pc:spChg>
        <pc:spChg chg="mod">
          <ac:chgData name="Nidheesh M" userId="ba23f043-57f5-4ea1-9cac-0e86480d769c" providerId="ADAL" clId="{D713D298-5033-47FD-9C42-DEFF5F282126}" dt="2023-01-03T19:58:18.433" v="328" actId="1076"/>
          <ac:spMkLst>
            <pc:docMk/>
            <pc:sldMk cId="0" sldId="283"/>
            <ac:spMk id="24597" creationId="{4A739A30-8C78-BA8C-95F8-FE513D998711}"/>
          </ac:spMkLst>
        </pc:spChg>
        <pc:spChg chg="mod">
          <ac:chgData name="Nidheesh M" userId="ba23f043-57f5-4ea1-9cac-0e86480d769c" providerId="ADAL" clId="{D713D298-5033-47FD-9C42-DEFF5F282126}" dt="2023-01-03T19:58:23.263" v="329" actId="1076"/>
          <ac:spMkLst>
            <pc:docMk/>
            <pc:sldMk cId="0" sldId="283"/>
            <ac:spMk id="24598" creationId="{561BD02F-F47D-1E3C-4ED1-6A291E9E9AC3}"/>
          </ac:spMkLst>
        </pc:spChg>
        <pc:spChg chg="mod">
          <ac:chgData name="Nidheesh M" userId="ba23f043-57f5-4ea1-9cac-0e86480d769c" providerId="ADAL" clId="{D713D298-5033-47FD-9C42-DEFF5F282126}" dt="2023-01-03T19:58:05.617" v="326" actId="1076"/>
          <ac:spMkLst>
            <pc:docMk/>
            <pc:sldMk cId="0" sldId="283"/>
            <ac:spMk id="24599" creationId="{C94AAD48-867C-1CCD-D5CD-21664506AFB8}"/>
          </ac:spMkLst>
        </pc:spChg>
        <pc:spChg chg="mod">
          <ac:chgData name="Nidheesh M" userId="ba23f043-57f5-4ea1-9cac-0e86480d769c" providerId="ADAL" clId="{D713D298-5033-47FD-9C42-DEFF5F282126}" dt="2023-01-03T19:58:05.617" v="326" actId="1076"/>
          <ac:spMkLst>
            <pc:docMk/>
            <pc:sldMk cId="0" sldId="283"/>
            <ac:spMk id="24600" creationId="{87CF0CAE-B693-FB08-B447-12F6D2B3C91C}"/>
          </ac:spMkLst>
        </pc:spChg>
        <pc:spChg chg="mod">
          <ac:chgData name="Nidheesh M" userId="ba23f043-57f5-4ea1-9cac-0e86480d769c" providerId="ADAL" clId="{D713D298-5033-47FD-9C42-DEFF5F282126}" dt="2023-01-03T19:58:05.617" v="326" actId="1076"/>
          <ac:spMkLst>
            <pc:docMk/>
            <pc:sldMk cId="0" sldId="283"/>
            <ac:spMk id="24601" creationId="{C97C1A6F-F2AA-5650-5874-04D4E1AA6791}"/>
          </ac:spMkLst>
        </pc:spChg>
        <pc:grpChg chg="mod">
          <ac:chgData name="Nidheesh M" userId="ba23f043-57f5-4ea1-9cac-0e86480d769c" providerId="ADAL" clId="{D713D298-5033-47FD-9C42-DEFF5F282126}" dt="2023-01-03T19:58:05.617" v="326" actId="1076"/>
          <ac:grpSpMkLst>
            <pc:docMk/>
            <pc:sldMk cId="0" sldId="283"/>
            <ac:grpSpMk id="24594" creationId="{2FC1DAE6-9DC6-E052-5795-9114DE5C7650}"/>
          </ac:grpSpMkLst>
        </pc:grpChg>
      </pc:sldChg>
      <pc:sldChg chg="add">
        <pc:chgData name="Nidheesh M" userId="ba23f043-57f5-4ea1-9cac-0e86480d769c" providerId="ADAL" clId="{D713D298-5033-47FD-9C42-DEFF5F282126}" dt="2023-01-03T19:30:12.294" v="151"/>
        <pc:sldMkLst>
          <pc:docMk/>
          <pc:sldMk cId="0" sldId="284"/>
        </pc:sldMkLst>
      </pc:sldChg>
      <pc:sldChg chg="modSp add mod">
        <pc:chgData name="Nidheesh M" userId="ba23f043-57f5-4ea1-9cac-0e86480d769c" providerId="ADAL" clId="{D713D298-5033-47FD-9C42-DEFF5F282126}" dt="2023-01-03T20:00:11.456" v="339" actId="1036"/>
        <pc:sldMkLst>
          <pc:docMk/>
          <pc:sldMk cId="0" sldId="285"/>
        </pc:sldMkLst>
        <pc:spChg chg="mod">
          <ac:chgData name="Nidheesh M" userId="ba23f043-57f5-4ea1-9cac-0e86480d769c" providerId="ADAL" clId="{D713D298-5033-47FD-9C42-DEFF5F282126}" dt="2023-01-03T20:00:11.456" v="339" actId="1036"/>
          <ac:spMkLst>
            <pc:docMk/>
            <pc:sldMk cId="0" sldId="285"/>
            <ac:spMk id="26710" creationId="{4D539CE5-FFD2-8784-F424-17FD724D0710}"/>
          </ac:spMkLst>
        </pc:spChg>
        <pc:spChg chg="mod">
          <ac:chgData name="Nidheesh M" userId="ba23f043-57f5-4ea1-9cac-0e86480d769c" providerId="ADAL" clId="{D713D298-5033-47FD-9C42-DEFF5F282126}" dt="2023-01-03T20:00:11.456" v="339" actId="1036"/>
          <ac:spMkLst>
            <pc:docMk/>
            <pc:sldMk cId="0" sldId="285"/>
            <ac:spMk id="26711" creationId="{6E0DEB9C-D7B7-1216-3E5A-0CEBE9CA5CEC}"/>
          </ac:spMkLst>
        </pc:spChg>
        <pc:graphicFrameChg chg="modGraphic">
          <ac:chgData name="Nidheesh M" userId="ba23f043-57f5-4ea1-9cac-0e86480d769c" providerId="ADAL" clId="{D713D298-5033-47FD-9C42-DEFF5F282126}" dt="2023-01-03T19:59:10.033" v="331" actId="255"/>
          <ac:graphicFrameMkLst>
            <pc:docMk/>
            <pc:sldMk cId="0" sldId="285"/>
            <ac:graphicFrameMk id="33794" creationId="{D105B8B4-00C7-CF34-5DCA-BCD9B8EBADBB}"/>
          </ac:graphicFrameMkLst>
        </pc:graphicFrameChg>
      </pc:sldChg>
      <pc:sldChg chg="modSp add del mod">
        <pc:chgData name="Nidheesh M" userId="ba23f043-57f5-4ea1-9cac-0e86480d769c" providerId="ADAL" clId="{D713D298-5033-47FD-9C42-DEFF5F282126}" dt="2023-01-03T20:01:19.767" v="347" actId="20577"/>
        <pc:sldMkLst>
          <pc:docMk/>
          <pc:sldMk cId="0" sldId="286"/>
        </pc:sldMkLst>
        <pc:spChg chg="mod">
          <ac:chgData name="Nidheesh M" userId="ba23f043-57f5-4ea1-9cac-0e86480d769c" providerId="ADAL" clId="{D713D298-5033-47FD-9C42-DEFF5F282126}" dt="2023-01-03T20:01:10.692" v="345" actId="2711"/>
          <ac:spMkLst>
            <pc:docMk/>
            <pc:sldMk cId="0" sldId="286"/>
            <ac:spMk id="27724" creationId="{C4BF131D-BACE-083A-1D30-E90B6D1E4B9D}"/>
          </ac:spMkLst>
        </pc:spChg>
        <pc:spChg chg="mod">
          <ac:chgData name="Nidheesh M" userId="ba23f043-57f5-4ea1-9cac-0e86480d769c" providerId="ADAL" clId="{D713D298-5033-47FD-9C42-DEFF5F282126}" dt="2023-01-03T20:01:19.767" v="347" actId="20577"/>
          <ac:spMkLst>
            <pc:docMk/>
            <pc:sldMk cId="0" sldId="286"/>
            <ac:spMk id="27725" creationId="{BFD1FADC-E7EE-B23E-A667-E85E6F152985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86"/>
            <ac:spMk id="39939" creationId="{CFA810E7-3CCE-8A12-9C1B-BA9617725E07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86"/>
            <ac:spMk id="76802" creationId="{124C4AF5-9F23-0E2C-0E34-7E25E25DBB30}"/>
          </ac:spMkLst>
        </pc:spChg>
        <pc:graphicFrameChg chg="mod modGraphic">
          <ac:chgData name="Nidheesh M" userId="ba23f043-57f5-4ea1-9cac-0e86480d769c" providerId="ADAL" clId="{D713D298-5033-47FD-9C42-DEFF5F282126}" dt="2023-01-03T20:00:47.205" v="342" actId="255"/>
          <ac:graphicFrameMkLst>
            <pc:docMk/>
            <pc:sldMk cId="0" sldId="286"/>
            <ac:graphicFrameMk id="34818" creationId="{FA6BD1BF-E425-F276-97B9-95BC77E016C3}"/>
          </ac:graphicFrameMkLst>
        </pc:graphicFrameChg>
      </pc:sldChg>
      <pc:sldChg chg="modSp add del mod">
        <pc:chgData name="Nidheesh M" userId="ba23f043-57f5-4ea1-9cac-0e86480d769c" providerId="ADAL" clId="{D713D298-5033-47FD-9C42-DEFF5F282126}" dt="2023-01-03T20:02:21.996" v="354" actId="1076"/>
        <pc:sldMkLst>
          <pc:docMk/>
          <pc:sldMk cId="0" sldId="287"/>
        </pc:sldMkLst>
        <pc:spChg chg="mod">
          <ac:chgData name="Nidheesh M" userId="ba23f043-57f5-4ea1-9cac-0e86480d769c" providerId="ADAL" clId="{D713D298-5033-47FD-9C42-DEFF5F282126}" dt="2023-01-03T20:02:21.996" v="354" actId="1076"/>
          <ac:spMkLst>
            <pc:docMk/>
            <pc:sldMk cId="0" sldId="287"/>
            <ac:spMk id="28688" creationId="{1D2F50F7-7B33-E9F9-59AF-178289D008D3}"/>
          </ac:spMkLst>
        </pc:spChg>
        <pc:spChg chg="mod">
          <ac:chgData name="Nidheesh M" userId="ba23f043-57f5-4ea1-9cac-0e86480d769c" providerId="ADAL" clId="{D713D298-5033-47FD-9C42-DEFF5F282126}" dt="2023-01-03T20:02:10.242" v="352" actId="255"/>
          <ac:spMkLst>
            <pc:docMk/>
            <pc:sldMk cId="0" sldId="287"/>
            <ac:spMk id="28689" creationId="{70161F5E-64B7-D1FA-93CC-4AA7131F3D12}"/>
          </ac:spMkLst>
        </pc:spChg>
        <pc:graphicFrameChg chg="modGraphic">
          <ac:chgData name="Nidheesh M" userId="ba23f043-57f5-4ea1-9cac-0e86480d769c" providerId="ADAL" clId="{D713D298-5033-47FD-9C42-DEFF5F282126}" dt="2023-01-03T20:01:37.544" v="348" actId="2711"/>
          <ac:graphicFrameMkLst>
            <pc:docMk/>
            <pc:sldMk cId="0" sldId="287"/>
            <ac:graphicFrameMk id="35842" creationId="{30E2E3DC-C2ED-B465-602E-8723EC05A24C}"/>
          </ac:graphicFrameMkLst>
        </pc:graphicFrameChg>
      </pc:sldChg>
      <pc:sldChg chg="modSp add del mod">
        <pc:chgData name="Nidheesh M" userId="ba23f043-57f5-4ea1-9cac-0e86480d769c" providerId="ADAL" clId="{D713D298-5033-47FD-9C42-DEFF5F282126}" dt="2023-01-03T20:02:55.400" v="358" actId="20577"/>
        <pc:sldMkLst>
          <pc:docMk/>
          <pc:sldMk cId="0" sldId="288"/>
        </pc:sldMkLst>
        <pc:spChg chg="mod">
          <ac:chgData name="Nidheesh M" userId="ba23f043-57f5-4ea1-9cac-0e86480d769c" providerId="ADAL" clId="{D713D298-5033-47FD-9C42-DEFF5F282126}" dt="2023-01-03T20:02:55.400" v="358" actId="20577"/>
          <ac:spMkLst>
            <pc:docMk/>
            <pc:sldMk cId="0" sldId="288"/>
            <ac:spMk id="29698" creationId="{2F133063-007F-087C-A742-C6776E502B83}"/>
          </ac:spMkLst>
        </pc:spChg>
        <pc:spChg chg="mod">
          <ac:chgData name="Nidheesh M" userId="ba23f043-57f5-4ea1-9cac-0e86480d769c" providerId="ADAL" clId="{D713D298-5033-47FD-9C42-DEFF5F282126}" dt="2023-01-03T19:18:58.096" v="119" actId="1036"/>
          <ac:spMkLst>
            <pc:docMk/>
            <pc:sldMk cId="0" sldId="288"/>
            <ac:spMk id="78850" creationId="{626B122E-F01B-11E6-4E3E-AF9F4B8C4559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88"/>
            <ac:spMk id="78851" creationId="{45362FCF-98D7-572F-D905-B5B5DA91DF40}"/>
          </ac:spMkLst>
        </pc:spChg>
      </pc:sldChg>
      <pc:sldChg chg="modSp add del mod">
        <pc:chgData name="Nidheesh M" userId="ba23f043-57f5-4ea1-9cac-0e86480d769c" providerId="ADAL" clId="{D713D298-5033-47FD-9C42-DEFF5F282126}" dt="2023-01-03T20:04:57.393" v="370" actId="115"/>
        <pc:sldMkLst>
          <pc:docMk/>
          <pc:sldMk cId="0" sldId="289"/>
        </pc:sldMkLst>
        <pc:spChg chg="mod">
          <ac:chgData name="Nidheesh M" userId="ba23f043-57f5-4ea1-9cac-0e86480d769c" providerId="ADAL" clId="{D713D298-5033-47FD-9C42-DEFF5F282126}" dt="2023-01-03T20:03:36.361" v="362" actId="14100"/>
          <ac:spMkLst>
            <pc:docMk/>
            <pc:sldMk cId="0" sldId="289"/>
            <ac:spMk id="30723" creationId="{4271CDB9-7A6E-5B51-E872-B6318A7425EC}"/>
          </ac:spMkLst>
        </pc:spChg>
        <pc:spChg chg="mod">
          <ac:chgData name="Nidheesh M" userId="ba23f043-57f5-4ea1-9cac-0e86480d769c" providerId="ADAL" clId="{D713D298-5033-47FD-9C42-DEFF5F282126}" dt="2023-01-03T20:04:57.393" v="370" actId="115"/>
          <ac:spMkLst>
            <pc:docMk/>
            <pc:sldMk cId="0" sldId="289"/>
            <ac:spMk id="37890" creationId="{26294F8C-5C17-3721-A2B8-15F35EB095CA}"/>
          </ac:spMkLst>
        </pc:spChg>
        <pc:spChg chg="mod">
          <ac:chgData name="Nidheesh M" userId="ba23f043-57f5-4ea1-9cac-0e86480d769c" providerId="ADAL" clId="{D713D298-5033-47FD-9C42-DEFF5F282126}" dt="2023-01-03T19:13:40.164" v="62" actId="14100"/>
          <ac:spMkLst>
            <pc:docMk/>
            <pc:sldMk cId="0" sldId="289"/>
            <ac:spMk id="44035" creationId="{FAB02426-DE81-2829-E58C-7C10633C0814}"/>
          </ac:spMkLst>
        </pc:spChg>
      </pc:sldChg>
      <pc:sldChg chg="modSp add mod">
        <pc:chgData name="Nidheesh M" userId="ba23f043-57f5-4ea1-9cac-0e86480d769c" providerId="ADAL" clId="{D713D298-5033-47FD-9C42-DEFF5F282126}" dt="2023-01-03T20:04:16.630" v="369" actId="33524"/>
        <pc:sldMkLst>
          <pc:docMk/>
          <pc:sldMk cId="0" sldId="290"/>
        </pc:sldMkLst>
        <pc:spChg chg="mod">
          <ac:chgData name="Nidheesh M" userId="ba23f043-57f5-4ea1-9cac-0e86480d769c" providerId="ADAL" clId="{D713D298-5033-47FD-9C42-DEFF5F282126}" dt="2023-01-03T20:04:16.630" v="369" actId="33524"/>
          <ac:spMkLst>
            <pc:docMk/>
            <pc:sldMk cId="0" sldId="290"/>
            <ac:spMk id="31746" creationId="{4C31D37B-3A25-D675-D133-A471B3B95B3F}"/>
          </ac:spMkLst>
        </pc:spChg>
      </pc:sldChg>
      <pc:sldChg chg="modSp add">
        <pc:chgData name="Nidheesh M" userId="ba23f043-57f5-4ea1-9cac-0e86480d769c" providerId="ADAL" clId="{D713D298-5033-47FD-9C42-DEFF5F282126}" dt="2023-01-03T20:05:19.775" v="383" actId="2711"/>
        <pc:sldMkLst>
          <pc:docMk/>
          <pc:sldMk cId="0" sldId="291"/>
        </pc:sldMkLst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88" creationId="{E731299B-C97D-99FC-B44C-12A7CA26514E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89" creationId="{C63B968F-3B50-C174-5C10-F70D29FCA5A1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0" creationId="{3DD32E21-E547-6C72-9F13-D3B78507F88C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1" creationId="{626C414C-F215-EEEB-B1DA-A8C95437B159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2" creationId="{D89F8E4A-018C-E2CB-F218-98C153171766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3" creationId="{DD45E2FF-1A26-F29A-A9DC-06669EDA735F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4" creationId="{725F1BF3-C940-5BF9-894E-9A81FC82A6FB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5" creationId="{F75A6CAE-0F09-0A1F-86FE-136002F5FB82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6" creationId="{0EFB71D3-33AE-744B-B347-965FE66DD6F7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7" creationId="{A3D6BCD0-E741-4CFC-5247-282ED7A03440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8" creationId="{CE7DA751-48D2-A877-4857-C9442449235B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799" creationId="{CB39A85B-F7BC-9294-DEB8-23ADE656DAC9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818" creationId="{334D4C75-1E0F-DC40-F63C-2D1A9E77402F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819" creationId="{ECD6A488-3AB9-9F4D-9AD8-560D369C99BA}"/>
          </ac:spMkLst>
        </pc:spChg>
        <pc:spChg chg="mod">
          <ac:chgData name="Nidheesh M" userId="ba23f043-57f5-4ea1-9cac-0e86480d769c" providerId="ADAL" clId="{D713D298-5033-47FD-9C42-DEFF5F282126}" dt="2023-01-03T20:05:19.775" v="383" actId="2711"/>
          <ac:spMkLst>
            <pc:docMk/>
            <pc:sldMk cId="0" sldId="291"/>
            <ac:spMk id="32820" creationId="{FBFAF81B-3C25-E513-BBE5-653140F1C294}"/>
          </ac:spMkLst>
        </pc:spChg>
        <pc:graphicFrameChg chg="mod">
          <ac:chgData name="Nidheesh M" userId="ba23f043-57f5-4ea1-9cac-0e86480d769c" providerId="ADAL" clId="{D713D298-5033-47FD-9C42-DEFF5F282126}" dt="2023-01-03T20:05:19.775" v="383" actId="2711"/>
          <ac:graphicFrameMkLst>
            <pc:docMk/>
            <pc:sldMk cId="0" sldId="291"/>
            <ac:graphicFrameMk id="39938" creationId="{5CE211E4-197E-F53E-F347-49140B911A78}"/>
          </ac:graphicFrameMkLst>
        </pc:graphicFrameChg>
        <pc:graphicFrameChg chg="mod">
          <ac:chgData name="Nidheesh M" userId="ba23f043-57f5-4ea1-9cac-0e86480d769c" providerId="ADAL" clId="{D713D298-5033-47FD-9C42-DEFF5F282126}" dt="2023-01-03T20:05:19.775" v="383" actId="2711"/>
          <ac:graphicFrameMkLst>
            <pc:docMk/>
            <pc:sldMk cId="0" sldId="291"/>
            <ac:graphicFrameMk id="39968" creationId="{E201EA8C-F19F-7C1C-EC3D-12DD0E673738}"/>
          </ac:graphicFrameMkLst>
        </pc:graphicFrameChg>
      </pc:sldChg>
      <pc:sldChg chg="modSp add del mod">
        <pc:chgData name="Nidheesh M" userId="ba23f043-57f5-4ea1-9cac-0e86480d769c" providerId="ADAL" clId="{D713D298-5033-47FD-9C42-DEFF5F282126}" dt="2023-01-03T20:06:43.263" v="414" actId="1076"/>
        <pc:sldMkLst>
          <pc:docMk/>
          <pc:sldMk cId="0" sldId="292"/>
        </pc:sldMkLst>
        <pc:spChg chg="mod">
          <ac:chgData name="Nidheesh M" userId="ba23f043-57f5-4ea1-9cac-0e86480d769c" providerId="ADAL" clId="{D713D298-5033-47FD-9C42-DEFF5F282126}" dt="2023-01-03T20:05:34.945" v="384" actId="1076"/>
          <ac:spMkLst>
            <pc:docMk/>
            <pc:sldMk cId="0" sldId="292"/>
            <ac:spMk id="33812" creationId="{3905149C-B042-22EE-5BBB-27CDF8F18652}"/>
          </ac:spMkLst>
        </pc:spChg>
        <pc:spChg chg="mod">
          <ac:chgData name="Nidheesh M" userId="ba23f043-57f5-4ea1-9cac-0e86480d769c" providerId="ADAL" clId="{D713D298-5033-47FD-9C42-DEFF5F282126}" dt="2023-01-03T20:05:34.945" v="384" actId="1076"/>
          <ac:spMkLst>
            <pc:docMk/>
            <pc:sldMk cId="0" sldId="292"/>
            <ac:spMk id="33813" creationId="{A789C5AE-578E-39BC-8B1C-E288C34C947A}"/>
          </ac:spMkLst>
        </pc:spChg>
        <pc:spChg chg="mod">
          <ac:chgData name="Nidheesh M" userId="ba23f043-57f5-4ea1-9cac-0e86480d769c" providerId="ADAL" clId="{D713D298-5033-47FD-9C42-DEFF5F282126}" dt="2023-01-03T20:05:34.945" v="384" actId="1076"/>
          <ac:spMkLst>
            <pc:docMk/>
            <pc:sldMk cId="0" sldId="292"/>
            <ac:spMk id="33814" creationId="{7BF5BC29-63BB-E49B-3AD6-17FEC3645CE8}"/>
          </ac:spMkLst>
        </pc:spChg>
        <pc:spChg chg="mod">
          <ac:chgData name="Nidheesh M" userId="ba23f043-57f5-4ea1-9cac-0e86480d769c" providerId="ADAL" clId="{D713D298-5033-47FD-9C42-DEFF5F282126}" dt="2023-01-03T20:05:34.945" v="384" actId="1076"/>
          <ac:spMkLst>
            <pc:docMk/>
            <pc:sldMk cId="0" sldId="292"/>
            <ac:spMk id="33815" creationId="{9BDA1624-1EE9-3590-3AFC-2A1167DA014B}"/>
          </ac:spMkLst>
        </pc:spChg>
        <pc:spChg chg="mod">
          <ac:chgData name="Nidheesh M" userId="ba23f043-57f5-4ea1-9cac-0e86480d769c" providerId="ADAL" clId="{D713D298-5033-47FD-9C42-DEFF5F282126}" dt="2023-01-03T20:06:38.690" v="413" actId="20577"/>
          <ac:spMkLst>
            <pc:docMk/>
            <pc:sldMk cId="0" sldId="292"/>
            <ac:spMk id="33816" creationId="{D65C9EB4-EB2A-EF95-CBD1-E54C26FBBE34}"/>
          </ac:spMkLst>
        </pc:spChg>
        <pc:spChg chg="mod">
          <ac:chgData name="Nidheesh M" userId="ba23f043-57f5-4ea1-9cac-0e86480d769c" providerId="ADAL" clId="{D713D298-5033-47FD-9C42-DEFF5F282126}" dt="2023-01-03T20:06:34.562" v="411" actId="1076"/>
          <ac:spMkLst>
            <pc:docMk/>
            <pc:sldMk cId="0" sldId="292"/>
            <ac:spMk id="33817" creationId="{2AB074F3-6423-D237-F325-5A230C3E48AB}"/>
          </ac:spMkLst>
        </pc:spChg>
        <pc:spChg chg="mod">
          <ac:chgData name="Nidheesh M" userId="ba23f043-57f5-4ea1-9cac-0e86480d769c" providerId="ADAL" clId="{D713D298-5033-47FD-9C42-DEFF5F282126}" dt="2023-01-03T20:06:30.905" v="410" actId="1076"/>
          <ac:spMkLst>
            <pc:docMk/>
            <pc:sldMk cId="0" sldId="292"/>
            <ac:spMk id="33818" creationId="{6607FD78-E203-33F9-51BB-1F2879603787}"/>
          </ac:spMkLst>
        </pc:spChg>
        <pc:spChg chg="mod">
          <ac:chgData name="Nidheesh M" userId="ba23f043-57f5-4ea1-9cac-0e86480d769c" providerId="ADAL" clId="{D713D298-5033-47FD-9C42-DEFF5F282126}" dt="2023-01-03T20:06:43.263" v="414" actId="1076"/>
          <ac:spMkLst>
            <pc:docMk/>
            <pc:sldMk cId="0" sldId="292"/>
            <ac:spMk id="33819" creationId="{B0EACB3A-931C-2D70-9E2B-12F08C76ABEA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92"/>
            <ac:spMk id="66563" creationId="{9ACFD551-CBA6-98F3-0D4A-4979F0301A35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92"/>
            <ac:spMk id="83970" creationId="{865F8D02-9A07-82BE-32B0-485DC8C8502A}"/>
          </ac:spMkLst>
        </pc:spChg>
        <pc:graphicFrameChg chg="mod">
          <ac:chgData name="Nidheesh M" userId="ba23f043-57f5-4ea1-9cac-0e86480d769c" providerId="ADAL" clId="{D713D298-5033-47FD-9C42-DEFF5F282126}" dt="2023-01-03T20:05:34.945" v="384" actId="1076"/>
          <ac:graphicFrameMkLst>
            <pc:docMk/>
            <pc:sldMk cId="0" sldId="292"/>
            <ac:graphicFrameMk id="40962" creationId="{8822185F-5157-919B-F51C-00AADB942165}"/>
          </ac:graphicFrameMkLst>
        </pc:graphicFrameChg>
      </pc:sldChg>
      <pc:sldChg chg="addSp modSp add mod">
        <pc:chgData name="Nidheesh M" userId="ba23f043-57f5-4ea1-9cac-0e86480d769c" providerId="ADAL" clId="{D713D298-5033-47FD-9C42-DEFF5F282126}" dt="2023-01-03T20:07:57.099" v="426" actId="1076"/>
        <pc:sldMkLst>
          <pc:docMk/>
          <pc:sldMk cId="0" sldId="293"/>
        </pc:sldMkLst>
        <pc:spChg chg="add mod">
          <ac:chgData name="Nidheesh M" userId="ba23f043-57f5-4ea1-9cac-0e86480d769c" providerId="ADAL" clId="{D713D298-5033-47FD-9C42-DEFF5F282126}" dt="2023-01-03T20:07:57.099" v="426" actId="1076"/>
          <ac:spMkLst>
            <pc:docMk/>
            <pc:sldMk cId="0" sldId="293"/>
            <ac:spMk id="2" creationId="{4E214DCF-F407-52BF-432A-C8736A5F4184}"/>
          </ac:spMkLst>
        </pc:spChg>
        <pc:spChg chg="mod">
          <ac:chgData name="Nidheesh M" userId="ba23f043-57f5-4ea1-9cac-0e86480d769c" providerId="ADAL" clId="{D713D298-5033-47FD-9C42-DEFF5F282126}" dt="2023-01-03T20:07:40.264" v="422" actId="113"/>
          <ac:spMkLst>
            <pc:docMk/>
            <pc:sldMk cId="0" sldId="293"/>
            <ac:spMk id="34818" creationId="{9CEC84A4-1A38-7E84-DB3C-E09AE405C469}"/>
          </ac:spMkLst>
        </pc:spChg>
        <pc:spChg chg="mod">
          <ac:chgData name="Nidheesh M" userId="ba23f043-57f5-4ea1-9cac-0e86480d769c" providerId="ADAL" clId="{D713D298-5033-47FD-9C42-DEFF5F282126}" dt="2023-01-03T20:07:35.272" v="421" actId="113"/>
          <ac:spMkLst>
            <pc:docMk/>
            <pc:sldMk cId="0" sldId="293"/>
            <ac:spMk id="34819" creationId="{FB884569-F061-5E72-9093-604F3145172C}"/>
          </ac:spMkLst>
        </pc:spChg>
        <pc:spChg chg="mod">
          <ac:chgData name="Nidheesh M" userId="ba23f043-57f5-4ea1-9cac-0e86480d769c" providerId="ADAL" clId="{D713D298-5033-47FD-9C42-DEFF5F282126}" dt="2023-01-03T20:07:50.258" v="424" actId="1076"/>
          <ac:spMkLst>
            <pc:docMk/>
            <pc:sldMk cId="0" sldId="293"/>
            <ac:spMk id="34820" creationId="{BF53EDFD-D92F-CBE9-C7CF-50BF8C144A81}"/>
          </ac:spMkLst>
        </pc:spChg>
      </pc:sldChg>
      <pc:sldChg chg="modSp add">
        <pc:chgData name="Nidheesh M" userId="ba23f043-57f5-4ea1-9cac-0e86480d769c" providerId="ADAL" clId="{D713D298-5033-47FD-9C42-DEFF5F282126}" dt="2023-01-03T20:08:22.979" v="429" actId="113"/>
        <pc:sldMkLst>
          <pc:docMk/>
          <pc:sldMk cId="0" sldId="294"/>
        </pc:sldMkLst>
        <pc:spChg chg="mod">
          <ac:chgData name="Nidheesh M" userId="ba23f043-57f5-4ea1-9cac-0e86480d769c" providerId="ADAL" clId="{D713D298-5033-47FD-9C42-DEFF5F282126}" dt="2023-01-03T20:08:22.979" v="429" actId="113"/>
          <ac:spMkLst>
            <pc:docMk/>
            <pc:sldMk cId="0" sldId="294"/>
            <ac:spMk id="35854" creationId="{6EA3A12A-5E24-022C-A5A9-5CD04025FE69}"/>
          </ac:spMkLst>
        </pc:spChg>
        <pc:spChg chg="mod">
          <ac:chgData name="Nidheesh M" userId="ba23f043-57f5-4ea1-9cac-0e86480d769c" providerId="ADAL" clId="{D713D298-5033-47FD-9C42-DEFF5F282126}" dt="2023-01-03T20:08:22.979" v="429" actId="113"/>
          <ac:spMkLst>
            <pc:docMk/>
            <pc:sldMk cId="0" sldId="294"/>
            <ac:spMk id="35855" creationId="{A34C3FD9-23F9-0E44-1BE1-6C2EC17A81B3}"/>
          </ac:spMkLst>
        </pc:spChg>
        <pc:spChg chg="mod">
          <ac:chgData name="Nidheesh M" userId="ba23f043-57f5-4ea1-9cac-0e86480d769c" providerId="ADAL" clId="{D713D298-5033-47FD-9C42-DEFF5F282126}" dt="2023-01-03T20:08:22.979" v="429" actId="113"/>
          <ac:spMkLst>
            <pc:docMk/>
            <pc:sldMk cId="0" sldId="294"/>
            <ac:spMk id="35864" creationId="{6C252738-B3BA-B3A5-1428-94EC769E66C1}"/>
          </ac:spMkLst>
        </pc:spChg>
        <pc:spChg chg="mod">
          <ac:chgData name="Nidheesh M" userId="ba23f043-57f5-4ea1-9cac-0e86480d769c" providerId="ADAL" clId="{D713D298-5033-47FD-9C42-DEFF5F282126}" dt="2023-01-03T20:08:22.979" v="429" actId="113"/>
          <ac:spMkLst>
            <pc:docMk/>
            <pc:sldMk cId="0" sldId="294"/>
            <ac:spMk id="35875" creationId="{F8994965-65BC-3235-7891-DD78CBD3FB49}"/>
          </ac:spMkLst>
        </pc:spChg>
        <pc:spChg chg="mod">
          <ac:chgData name="Nidheesh M" userId="ba23f043-57f5-4ea1-9cac-0e86480d769c" providerId="ADAL" clId="{D713D298-5033-47FD-9C42-DEFF5F282126}" dt="2023-01-03T20:08:22.979" v="429" actId="113"/>
          <ac:spMkLst>
            <pc:docMk/>
            <pc:sldMk cId="0" sldId="294"/>
            <ac:spMk id="35876" creationId="{F03B9C85-A66F-DCBD-21CA-8402B61B14DA}"/>
          </ac:spMkLst>
        </pc:spChg>
        <pc:spChg chg="mod">
          <ac:chgData name="Nidheesh M" userId="ba23f043-57f5-4ea1-9cac-0e86480d769c" providerId="ADAL" clId="{D713D298-5033-47FD-9C42-DEFF5F282126}" dt="2023-01-03T20:08:22.979" v="429" actId="113"/>
          <ac:spMkLst>
            <pc:docMk/>
            <pc:sldMk cId="0" sldId="294"/>
            <ac:spMk id="35877" creationId="{F616E8A8-E064-33F1-2255-5140215A0A2D}"/>
          </ac:spMkLst>
        </pc:spChg>
        <pc:graphicFrameChg chg="mod">
          <ac:chgData name="Nidheesh M" userId="ba23f043-57f5-4ea1-9cac-0e86480d769c" providerId="ADAL" clId="{D713D298-5033-47FD-9C42-DEFF5F282126}" dt="2023-01-03T20:08:22.979" v="429" actId="113"/>
          <ac:graphicFrameMkLst>
            <pc:docMk/>
            <pc:sldMk cId="0" sldId="294"/>
            <ac:graphicFrameMk id="43010" creationId="{14F7056F-DC07-A740-FF57-C6B206FEBAAD}"/>
          </ac:graphicFrameMkLst>
        </pc:graphicFrameChg>
        <pc:graphicFrameChg chg="mod">
          <ac:chgData name="Nidheesh M" userId="ba23f043-57f5-4ea1-9cac-0e86480d769c" providerId="ADAL" clId="{D713D298-5033-47FD-9C42-DEFF5F282126}" dt="2023-01-03T20:08:22.979" v="429" actId="113"/>
          <ac:graphicFrameMkLst>
            <pc:docMk/>
            <pc:sldMk cId="0" sldId="294"/>
            <ac:graphicFrameMk id="43024" creationId="{E2F81B52-667A-5C1A-5ADD-BE250C2A1A11}"/>
          </ac:graphicFrameMkLst>
        </pc:graphicFrameChg>
        <pc:graphicFrameChg chg="mod">
          <ac:chgData name="Nidheesh M" userId="ba23f043-57f5-4ea1-9cac-0e86480d769c" providerId="ADAL" clId="{D713D298-5033-47FD-9C42-DEFF5F282126}" dt="2023-01-03T20:08:22.979" v="429" actId="113"/>
          <ac:graphicFrameMkLst>
            <pc:docMk/>
            <pc:sldMk cId="0" sldId="294"/>
            <ac:graphicFrameMk id="43033" creationId="{DFC82AFA-E533-EFC1-A901-3768A69D355C}"/>
          </ac:graphicFrameMkLst>
        </pc:graphicFrameChg>
      </pc:sldChg>
      <pc:sldChg chg="modSp add mod">
        <pc:chgData name="Nidheesh M" userId="ba23f043-57f5-4ea1-9cac-0e86480d769c" providerId="ADAL" clId="{D713D298-5033-47FD-9C42-DEFF5F282126}" dt="2023-01-03T20:09:16.150" v="434" actId="115"/>
        <pc:sldMkLst>
          <pc:docMk/>
          <pc:sldMk cId="0" sldId="295"/>
        </pc:sldMkLst>
        <pc:spChg chg="mod">
          <ac:chgData name="Nidheesh M" userId="ba23f043-57f5-4ea1-9cac-0e86480d769c" providerId="ADAL" clId="{D713D298-5033-47FD-9C42-DEFF5F282126}" dt="2023-01-03T20:09:16.150" v="434" actId="115"/>
          <ac:spMkLst>
            <pc:docMk/>
            <pc:sldMk cId="0" sldId="295"/>
            <ac:spMk id="36866" creationId="{FF49B79C-3681-A2E7-36D8-253BA87959A1}"/>
          </ac:spMkLst>
        </pc:spChg>
        <pc:spChg chg="mod">
          <ac:chgData name="Nidheesh M" userId="ba23f043-57f5-4ea1-9cac-0e86480d769c" providerId="ADAL" clId="{D713D298-5033-47FD-9C42-DEFF5F282126}" dt="2023-01-03T20:09:06.963" v="433" actId="2711"/>
          <ac:spMkLst>
            <pc:docMk/>
            <pc:sldMk cId="0" sldId="295"/>
            <ac:spMk id="36867" creationId="{D7349835-7EBA-C49B-F8A5-210077F39F5A}"/>
          </ac:spMkLst>
        </pc:spChg>
        <pc:spChg chg="mod">
          <ac:chgData name="Nidheesh M" userId="ba23f043-57f5-4ea1-9cac-0e86480d769c" providerId="ADAL" clId="{D713D298-5033-47FD-9C42-DEFF5F282126}" dt="2023-01-03T20:09:06.963" v="433" actId="2711"/>
          <ac:spMkLst>
            <pc:docMk/>
            <pc:sldMk cId="0" sldId="295"/>
            <ac:spMk id="36868" creationId="{BACFA6C3-F5AD-616F-98FD-9A39765AB64A}"/>
          </ac:spMkLst>
        </pc:spChg>
      </pc:sldChg>
      <pc:sldChg chg="modSp add del mod">
        <pc:chgData name="Nidheesh M" userId="ba23f043-57f5-4ea1-9cac-0e86480d769c" providerId="ADAL" clId="{D713D298-5033-47FD-9C42-DEFF5F282126}" dt="2023-01-03T20:09:47.496" v="438" actId="1076"/>
        <pc:sldMkLst>
          <pc:docMk/>
          <pc:sldMk cId="0" sldId="296"/>
        </pc:sldMkLst>
        <pc:spChg chg="mod">
          <ac:chgData name="Nidheesh M" userId="ba23f043-57f5-4ea1-9cac-0e86480d769c" providerId="ADAL" clId="{D713D298-5033-47FD-9C42-DEFF5F282126}" dt="2023-01-03T20:09:38.372" v="437" actId="2711"/>
          <ac:spMkLst>
            <pc:docMk/>
            <pc:sldMk cId="0" sldId="296"/>
            <ac:spMk id="37891" creationId="{2E010EA8-D5E8-C5A3-3A17-DE983F4E8687}"/>
          </ac:spMkLst>
        </pc:spChg>
        <pc:spChg chg="mod">
          <ac:chgData name="Nidheesh M" userId="ba23f043-57f5-4ea1-9cac-0e86480d769c" providerId="ADAL" clId="{D713D298-5033-47FD-9C42-DEFF5F282126}" dt="2023-01-03T20:09:47.496" v="438" actId="1076"/>
          <ac:spMkLst>
            <pc:docMk/>
            <pc:sldMk cId="0" sldId="296"/>
            <ac:spMk id="37892" creationId="{BA66FD60-CBDA-2F0B-0C99-F95F0DD4E686}"/>
          </ac:spMkLst>
        </pc:spChg>
        <pc:spChg chg="mod">
          <ac:chgData name="Nidheesh M" userId="ba23f043-57f5-4ea1-9cac-0e86480d769c" providerId="ADAL" clId="{D713D298-5033-47FD-9C42-DEFF5F282126}" dt="2023-01-03T20:09:38.372" v="437" actId="2711"/>
          <ac:spMkLst>
            <pc:docMk/>
            <pc:sldMk cId="0" sldId="296"/>
            <ac:spMk id="45058" creationId="{78C7994F-BC55-16F4-4078-25CD6A455D72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96"/>
            <ac:spMk id="60419" creationId="{66E83FC6-D41E-AE06-3019-B9B60BEBFB60}"/>
          </ac:spMkLst>
        </pc:spChg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296"/>
            <ac:spMk id="88066" creationId="{5E37FD30-F432-F4CC-A3F0-A2008EA4F888}"/>
          </ac:spMkLst>
        </pc:spChg>
        <pc:picChg chg="mod">
          <ac:chgData name="Nidheesh M" userId="ba23f043-57f5-4ea1-9cac-0e86480d769c" providerId="ADAL" clId="{D713D298-5033-47FD-9C42-DEFF5F282126}" dt="2023-01-03T19:18:18.757" v="109" actId="1076"/>
          <ac:picMkLst>
            <pc:docMk/>
            <pc:sldMk cId="0" sldId="296"/>
            <ac:picMk id="60420" creationId="{CD5B55CB-78A0-C4FD-49F1-F5911BA09B9E}"/>
          </ac:picMkLst>
        </pc:picChg>
      </pc:sldChg>
      <pc:sldChg chg="modSp add mod">
        <pc:chgData name="Nidheesh M" userId="ba23f043-57f5-4ea1-9cac-0e86480d769c" providerId="ADAL" clId="{D713D298-5033-47FD-9C42-DEFF5F282126}" dt="2023-01-03T20:11:06.034" v="447" actId="20577"/>
        <pc:sldMkLst>
          <pc:docMk/>
          <pc:sldMk cId="0" sldId="297"/>
        </pc:sldMkLst>
        <pc:spChg chg="mod">
          <ac:chgData name="Nidheesh M" userId="ba23f043-57f5-4ea1-9cac-0e86480d769c" providerId="ADAL" clId="{D713D298-5033-47FD-9C42-DEFF5F282126}" dt="2023-01-03T20:10:14.060" v="442" actId="115"/>
          <ac:spMkLst>
            <pc:docMk/>
            <pc:sldMk cId="0" sldId="297"/>
            <ac:spMk id="38966" creationId="{BE3285A1-D679-3FC4-A682-294C5768D16F}"/>
          </ac:spMkLst>
        </pc:spChg>
        <pc:graphicFrameChg chg="mod modGraphic">
          <ac:chgData name="Nidheesh M" userId="ba23f043-57f5-4ea1-9cac-0e86480d769c" providerId="ADAL" clId="{D713D298-5033-47FD-9C42-DEFF5F282126}" dt="2023-01-03T20:11:06.034" v="447" actId="20577"/>
          <ac:graphicFrameMkLst>
            <pc:docMk/>
            <pc:sldMk cId="0" sldId="297"/>
            <ac:graphicFrameMk id="46082" creationId="{AE35FB76-3A7C-649C-3AC7-E875D980718E}"/>
          </ac:graphicFrameMkLst>
        </pc:graphicFrameChg>
      </pc:sldChg>
      <pc:sldChg chg="modSp add mod">
        <pc:chgData name="Nidheesh M" userId="ba23f043-57f5-4ea1-9cac-0e86480d769c" providerId="ADAL" clId="{D713D298-5033-47FD-9C42-DEFF5F282126}" dt="2023-01-03T20:11:57.402" v="456" actId="20577"/>
        <pc:sldMkLst>
          <pc:docMk/>
          <pc:sldMk cId="0" sldId="298"/>
        </pc:sldMkLst>
        <pc:spChg chg="mod">
          <ac:chgData name="Nidheesh M" userId="ba23f043-57f5-4ea1-9cac-0e86480d769c" providerId="ADAL" clId="{D713D298-5033-47FD-9C42-DEFF5F282126}" dt="2023-01-03T20:11:57.402" v="456" actId="20577"/>
          <ac:spMkLst>
            <pc:docMk/>
            <pc:sldMk cId="0" sldId="298"/>
            <ac:spMk id="39938" creationId="{04E4404F-38F5-4995-A922-99176F660D68}"/>
          </ac:spMkLst>
        </pc:spChg>
        <pc:spChg chg="mod">
          <ac:chgData name="Nidheesh M" userId="ba23f043-57f5-4ea1-9cac-0e86480d769c" providerId="ADAL" clId="{D713D298-5033-47FD-9C42-DEFF5F282126}" dt="2023-01-03T20:11:46.392" v="449" actId="2711"/>
          <ac:spMkLst>
            <pc:docMk/>
            <pc:sldMk cId="0" sldId="298"/>
            <ac:spMk id="39939" creationId="{38FE88AF-3396-34F5-A3EE-08B2D6E3DEB7}"/>
          </ac:spMkLst>
        </pc:spChg>
      </pc:sldChg>
      <pc:sldChg chg="modSp add mod">
        <pc:chgData name="Nidheesh M" userId="ba23f043-57f5-4ea1-9cac-0e86480d769c" providerId="ADAL" clId="{D713D298-5033-47FD-9C42-DEFF5F282126}" dt="2023-01-03T20:13:16.869" v="460" actId="2711"/>
        <pc:sldMkLst>
          <pc:docMk/>
          <pc:sldMk cId="0" sldId="299"/>
        </pc:sldMkLst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74" creationId="{221A64A2-E1FC-5E95-8120-6DFE300AFCEF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75" creationId="{4023F884-433A-00E3-7D8D-D1348670332E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76" creationId="{EE64EF64-5042-A5F5-E3B7-E072FC276463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77" creationId="{087D4FAD-DF1B-1098-DE10-C397DB9BD32B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88" creationId="{7DFC6097-C9F3-E361-C7D9-D96F159CF0FC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89" creationId="{B0648E93-2B1A-2A14-C20C-EBA1AE5C9DF1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90" creationId="{5FB47937-C526-327F-1464-2B0CE9EE3A75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0999" creationId="{FA796ABB-5BCB-4D01-D80D-5AC61F03A21E}"/>
          </ac:spMkLst>
        </pc:spChg>
        <pc:spChg chg="mod">
          <ac:chgData name="Nidheesh M" userId="ba23f043-57f5-4ea1-9cac-0e86480d769c" providerId="ADAL" clId="{D713D298-5033-47FD-9C42-DEFF5F282126}" dt="2023-01-03T20:12:25.707" v="457" actId="2711"/>
          <ac:spMkLst>
            <pc:docMk/>
            <pc:sldMk cId="0" sldId="299"/>
            <ac:spMk id="41000" creationId="{E78A6C58-D6B9-4B19-3499-4EE6566BE4E3}"/>
          </ac:spMkLst>
        </pc:spChg>
        <pc:graphicFrameChg chg="mod modGraphic">
          <ac:chgData name="Nidheesh M" userId="ba23f043-57f5-4ea1-9cac-0e86480d769c" providerId="ADAL" clId="{D713D298-5033-47FD-9C42-DEFF5F282126}" dt="2023-01-03T20:12:59.961" v="458" actId="2711"/>
          <ac:graphicFrameMkLst>
            <pc:docMk/>
            <pc:sldMk cId="0" sldId="299"/>
            <ac:graphicFrameMk id="48130" creationId="{004E5173-B0E8-6DEE-574A-58BDFE2EAADA}"/>
          </ac:graphicFrameMkLst>
        </pc:graphicFrameChg>
        <pc:graphicFrameChg chg="mod modGraphic">
          <ac:chgData name="Nidheesh M" userId="ba23f043-57f5-4ea1-9cac-0e86480d769c" providerId="ADAL" clId="{D713D298-5033-47FD-9C42-DEFF5F282126}" dt="2023-01-03T20:13:07.975" v="459" actId="2711"/>
          <ac:graphicFrameMkLst>
            <pc:docMk/>
            <pc:sldMk cId="0" sldId="299"/>
            <ac:graphicFrameMk id="48146" creationId="{30E0E061-553D-06AA-E50B-7FF36DF46A81}"/>
          </ac:graphicFrameMkLst>
        </pc:graphicFrameChg>
        <pc:graphicFrameChg chg="mod modGraphic">
          <ac:chgData name="Nidheesh M" userId="ba23f043-57f5-4ea1-9cac-0e86480d769c" providerId="ADAL" clId="{D713D298-5033-47FD-9C42-DEFF5F282126}" dt="2023-01-03T20:13:16.869" v="460" actId="2711"/>
          <ac:graphicFrameMkLst>
            <pc:docMk/>
            <pc:sldMk cId="0" sldId="299"/>
            <ac:graphicFrameMk id="48159" creationId="{C5CDC804-F883-0693-C5C1-9264BFA64162}"/>
          </ac:graphicFrameMkLst>
        </pc:graphicFrameChg>
      </pc:sldChg>
      <pc:sldChg chg="modSp add mod">
        <pc:chgData name="Nidheesh M" userId="ba23f043-57f5-4ea1-9cac-0e86480d769c" providerId="ADAL" clId="{D713D298-5033-47FD-9C42-DEFF5F282126}" dt="2023-01-03T20:13:27.410" v="461" actId="2711"/>
        <pc:sldMkLst>
          <pc:docMk/>
          <pc:sldMk cId="0" sldId="300"/>
        </pc:sldMkLst>
        <pc:graphicFrameChg chg="modGraphic">
          <ac:chgData name="Nidheesh M" userId="ba23f043-57f5-4ea1-9cac-0e86480d769c" providerId="ADAL" clId="{D713D298-5033-47FD-9C42-DEFF5F282126}" dt="2023-01-03T20:13:27.410" v="461" actId="2711"/>
          <ac:graphicFrameMkLst>
            <pc:docMk/>
            <pc:sldMk cId="0" sldId="300"/>
            <ac:graphicFrameMk id="49154" creationId="{6014B32C-686E-0ECF-43A9-4455FA0CF20F}"/>
          </ac:graphicFrameMkLst>
        </pc:graphicFrameChg>
      </pc:sldChg>
      <pc:sldChg chg="modSp add del mod">
        <pc:chgData name="Nidheesh M" userId="ba23f043-57f5-4ea1-9cac-0e86480d769c" providerId="ADAL" clId="{D713D298-5033-47FD-9C42-DEFF5F282126}" dt="2023-01-03T20:14:25.441" v="466" actId="255"/>
        <pc:sldMkLst>
          <pc:docMk/>
          <pc:sldMk cId="0" sldId="301"/>
        </pc:sldMkLst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301"/>
            <ac:spMk id="52229" creationId="{1AA6987A-ABED-45E9-0D28-156BA14F6BB9}"/>
          </ac:spMkLst>
        </pc:spChg>
        <pc:graphicFrameChg chg="modGraphic">
          <ac:chgData name="Nidheesh M" userId="ba23f043-57f5-4ea1-9cac-0e86480d769c" providerId="ADAL" clId="{D713D298-5033-47FD-9C42-DEFF5F282126}" dt="2023-01-03T20:14:05.014" v="464" actId="255"/>
          <ac:graphicFrameMkLst>
            <pc:docMk/>
            <pc:sldMk cId="0" sldId="301"/>
            <ac:graphicFrameMk id="50178" creationId="{B5587236-71B0-764A-DFB8-3433CDEA0E97}"/>
          </ac:graphicFrameMkLst>
        </pc:graphicFrameChg>
        <pc:graphicFrameChg chg="modGraphic">
          <ac:chgData name="Nidheesh M" userId="ba23f043-57f5-4ea1-9cac-0e86480d769c" providerId="ADAL" clId="{D713D298-5033-47FD-9C42-DEFF5F282126}" dt="2023-01-03T20:14:25.441" v="466" actId="255"/>
          <ac:graphicFrameMkLst>
            <pc:docMk/>
            <pc:sldMk cId="0" sldId="301"/>
            <ac:graphicFrameMk id="50193" creationId="{A832A347-82A9-631A-146C-D7D60D6621B3}"/>
          </ac:graphicFrameMkLst>
        </pc:graphicFrameChg>
      </pc:sldChg>
      <pc:sldChg chg="modSp add mod">
        <pc:chgData name="Nidheesh M" userId="ba23f043-57f5-4ea1-9cac-0e86480d769c" providerId="ADAL" clId="{D713D298-5033-47FD-9C42-DEFF5F282126}" dt="2023-01-03T20:14:52.833" v="468" actId="255"/>
        <pc:sldMkLst>
          <pc:docMk/>
          <pc:sldMk cId="0" sldId="302"/>
        </pc:sldMkLst>
        <pc:graphicFrameChg chg="modGraphic">
          <ac:chgData name="Nidheesh M" userId="ba23f043-57f5-4ea1-9cac-0e86480d769c" providerId="ADAL" clId="{D713D298-5033-47FD-9C42-DEFF5F282126}" dt="2023-01-03T20:14:52.833" v="468" actId="255"/>
          <ac:graphicFrameMkLst>
            <pc:docMk/>
            <pc:sldMk cId="0" sldId="302"/>
            <ac:graphicFrameMk id="51202" creationId="{055BDC49-3880-2332-978E-A0FF84650659}"/>
          </ac:graphicFrameMkLst>
        </pc:graphicFrameChg>
      </pc:sldChg>
      <pc:sldChg chg="add del">
        <pc:chgData name="Nidheesh M" userId="ba23f043-57f5-4ea1-9cac-0e86480d769c" providerId="ADAL" clId="{D713D298-5033-47FD-9C42-DEFF5F282126}" dt="2023-01-03T19:29:45.414" v="150"/>
        <pc:sldMkLst>
          <pc:docMk/>
          <pc:sldMk cId="0" sldId="310"/>
        </pc:sldMkLst>
      </pc:sldChg>
      <pc:sldChg chg="modSp add del mod">
        <pc:chgData name="Nidheesh M" userId="ba23f043-57f5-4ea1-9cac-0e86480d769c" providerId="ADAL" clId="{D713D298-5033-47FD-9C42-DEFF5F282126}" dt="2023-01-03T19:29:45.414" v="150"/>
        <pc:sldMkLst>
          <pc:docMk/>
          <pc:sldMk cId="0" sldId="311"/>
        </pc:sldMkLst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311"/>
            <ac:spMk id="70659" creationId="{6F6B9B76-AEF2-A28C-20F2-F9DC6CBAD6D6}"/>
          </ac:spMkLst>
        </pc:spChg>
      </pc:sldChg>
      <pc:sldChg chg="modSp add del mod">
        <pc:chgData name="Nidheesh M" userId="ba23f043-57f5-4ea1-9cac-0e86480d769c" providerId="ADAL" clId="{D713D298-5033-47FD-9C42-DEFF5F282126}" dt="2023-01-03T19:30:17.202" v="155" actId="47"/>
        <pc:sldMkLst>
          <pc:docMk/>
          <pc:sldMk cId="0" sldId="312"/>
        </pc:sldMkLst>
        <pc:spChg chg="mod">
          <ac:chgData name="Nidheesh M" userId="ba23f043-57f5-4ea1-9cac-0e86480d769c" providerId="ADAL" clId="{D713D298-5033-47FD-9C42-DEFF5F282126}" dt="2023-01-03T19:21:12.349" v="131" actId="14100"/>
          <ac:spMkLst>
            <pc:docMk/>
            <pc:sldMk cId="0" sldId="312"/>
            <ac:spMk id="72707" creationId="{0578FEE9-4253-6C49-E00F-2F4A6E8C4034}"/>
          </ac:spMkLst>
        </pc:spChg>
        <pc:spChg chg="mod">
          <ac:chgData name="Nidheesh M" userId="ba23f043-57f5-4ea1-9cac-0e86480d769c" providerId="ADAL" clId="{D713D298-5033-47FD-9C42-DEFF5F282126}" dt="2023-01-03T19:20:43.641" v="126" actId="1076"/>
          <ac:spMkLst>
            <pc:docMk/>
            <pc:sldMk cId="0" sldId="312"/>
            <ac:spMk id="114690" creationId="{8B31118E-A5FF-DBF6-2396-194D066B7A7D}"/>
          </ac:spMkLst>
        </pc:spChg>
      </pc:sldChg>
      <pc:sldChg chg="delSp modSp add del mod modAnim">
        <pc:chgData name="Nidheesh M" userId="ba23f043-57f5-4ea1-9cac-0e86480d769c" providerId="ADAL" clId="{D713D298-5033-47FD-9C42-DEFF5F282126}" dt="2023-01-03T19:46:14.703" v="246" actId="14100"/>
        <pc:sldMkLst>
          <pc:docMk/>
          <pc:sldMk cId="0" sldId="313"/>
        </pc:sldMkLst>
        <pc:spChg chg="mod">
          <ac:chgData name="Nidheesh M" userId="ba23f043-57f5-4ea1-9cac-0e86480d769c" providerId="ADAL" clId="{D713D298-5033-47FD-9C42-DEFF5F282126}" dt="2023-01-03T19:45:55.140" v="245" actId="2711"/>
          <ac:spMkLst>
            <pc:docMk/>
            <pc:sldMk cId="0" sldId="313"/>
            <ac:spMk id="16386" creationId="{6EBACE67-3B0F-9658-6092-26B105F8440F}"/>
          </ac:spMkLst>
        </pc:spChg>
        <pc:spChg chg="mod">
          <ac:chgData name="Nidheesh M" userId="ba23f043-57f5-4ea1-9cac-0e86480d769c" providerId="ADAL" clId="{D713D298-5033-47FD-9C42-DEFF5F282126}" dt="2023-01-03T19:46:14.703" v="246" actId="14100"/>
          <ac:spMkLst>
            <pc:docMk/>
            <pc:sldMk cId="0" sldId="313"/>
            <ac:spMk id="16399" creationId="{E0053324-5CD6-43E4-B0C7-B41E32733351}"/>
          </ac:spMkLst>
        </pc:spChg>
        <pc:spChg chg="mod">
          <ac:chgData name="Nidheesh M" userId="ba23f043-57f5-4ea1-9cac-0e86480d769c" providerId="ADAL" clId="{D713D298-5033-47FD-9C42-DEFF5F282126}" dt="2023-01-03T19:14:40.171" v="70" actId="1076"/>
          <ac:spMkLst>
            <pc:docMk/>
            <pc:sldMk cId="0" sldId="313"/>
            <ac:spMk id="50179" creationId="{E7BA573D-20BA-7F81-2513-2C512EB26298}"/>
          </ac:spMkLst>
        </pc:spChg>
        <pc:spChg chg="del mod">
          <ac:chgData name="Nidheesh M" userId="ba23f043-57f5-4ea1-9cac-0e86480d769c" providerId="ADAL" clId="{D713D298-5033-47FD-9C42-DEFF5F282126}" dt="2023-01-03T19:15:54.063" v="102" actId="478"/>
          <ac:spMkLst>
            <pc:docMk/>
            <pc:sldMk cId="0" sldId="313"/>
            <ac:spMk id="50182" creationId="{80CC6F5A-CB57-5CEB-1856-C90055088982}"/>
          </ac:spMkLst>
        </pc:spChg>
        <pc:spChg chg="del">
          <ac:chgData name="Nidheesh M" userId="ba23f043-57f5-4ea1-9cac-0e86480d769c" providerId="ADAL" clId="{D713D298-5033-47FD-9C42-DEFF5F282126}" dt="2023-01-03T19:16:00.786" v="103" actId="478"/>
          <ac:spMkLst>
            <pc:docMk/>
            <pc:sldMk cId="0" sldId="313"/>
            <ac:spMk id="115719" creationId="{FF24B6A4-3218-DB31-1B0A-35E88CF9CD93}"/>
          </ac:spMkLst>
        </pc:spChg>
        <pc:picChg chg="mod">
          <ac:chgData name="Nidheesh M" userId="ba23f043-57f5-4ea1-9cac-0e86480d769c" providerId="ADAL" clId="{D713D298-5033-47FD-9C42-DEFF5F282126}" dt="2023-01-03T19:14:50.223" v="78" actId="1035"/>
          <ac:picMkLst>
            <pc:docMk/>
            <pc:sldMk cId="0" sldId="313"/>
            <ac:picMk id="50181" creationId="{EAE755B4-00C6-2D76-22CD-60B79AB24B49}"/>
          </ac:picMkLst>
        </pc:picChg>
      </pc:sldChg>
      <pc:sldChg chg="modSp add del mod">
        <pc:chgData name="Nidheesh M" userId="ba23f043-57f5-4ea1-9cac-0e86480d769c" providerId="ADAL" clId="{D713D298-5033-47FD-9C42-DEFF5F282126}" dt="2023-01-03T19:29:45.414" v="150"/>
        <pc:sldMkLst>
          <pc:docMk/>
          <pc:sldMk cId="0" sldId="314"/>
        </pc:sldMkLst>
        <pc:spChg chg="mod">
          <ac:chgData name="Nidheesh M" userId="ba23f043-57f5-4ea1-9cac-0e86480d769c" providerId="ADAL" clId="{D713D298-5033-47FD-9C42-DEFF5F282126}" dt="2023-01-03T19:12:15.706" v="53" actId="1076"/>
          <ac:spMkLst>
            <pc:docMk/>
            <pc:sldMk cId="0" sldId="314"/>
            <ac:spMk id="35845" creationId="{AF12468D-07E6-D948-BC4E-506EAAC1D2D8}"/>
          </ac:spMkLst>
        </pc:spChg>
        <pc:spChg chg="mod">
          <ac:chgData name="Nidheesh M" userId="ba23f043-57f5-4ea1-9cac-0e86480d769c" providerId="ADAL" clId="{D713D298-5033-47FD-9C42-DEFF5F282126}" dt="2023-01-03T19:12:37.006" v="55" actId="1076"/>
          <ac:spMkLst>
            <pc:docMk/>
            <pc:sldMk cId="0" sldId="314"/>
            <ac:spMk id="35846" creationId="{18EBAF43-72C2-EB6D-9400-6E03A301571B}"/>
          </ac:spMkLst>
        </pc:spChg>
        <pc:spChg chg="mod">
          <ac:chgData name="Nidheesh M" userId="ba23f043-57f5-4ea1-9cac-0e86480d769c" providerId="ADAL" clId="{D713D298-5033-47FD-9C42-DEFF5F282126}" dt="2023-01-03T19:10:32.303" v="48" actId="1076"/>
          <ac:spMkLst>
            <pc:docMk/>
            <pc:sldMk cId="0" sldId="314"/>
            <ac:spMk id="148482" creationId="{38B81F61-A66A-5F81-59FF-00F835159AC2}"/>
          </ac:spMkLst>
        </pc:spChg>
        <pc:picChg chg="mod">
          <ac:chgData name="Nidheesh M" userId="ba23f043-57f5-4ea1-9cac-0e86480d769c" providerId="ADAL" clId="{D713D298-5033-47FD-9C42-DEFF5F282126}" dt="2023-01-03T19:12:08.722" v="52" actId="1076"/>
          <ac:picMkLst>
            <pc:docMk/>
            <pc:sldMk cId="0" sldId="314"/>
            <ac:picMk id="35843" creationId="{EA93FA73-E9C5-E740-1689-C6DF312337AC}"/>
          </ac:picMkLst>
        </pc:picChg>
        <pc:picChg chg="mod">
          <ac:chgData name="Nidheesh M" userId="ba23f043-57f5-4ea1-9cac-0e86480d769c" providerId="ADAL" clId="{D713D298-5033-47FD-9C42-DEFF5F282126}" dt="2023-01-03T19:12:27.907" v="54" actId="1076"/>
          <ac:picMkLst>
            <pc:docMk/>
            <pc:sldMk cId="0" sldId="314"/>
            <ac:picMk id="35844" creationId="{E3457EB3-0C1B-D369-327D-171ACEA43478}"/>
          </ac:picMkLst>
        </pc:picChg>
      </pc:sldChg>
      <pc:sldChg chg="add del">
        <pc:chgData name="Nidheesh M" userId="ba23f043-57f5-4ea1-9cac-0e86480d769c" providerId="ADAL" clId="{D713D298-5033-47FD-9C42-DEFF5F282126}" dt="2023-01-03T19:29:45.414" v="150"/>
        <pc:sldMkLst>
          <pc:docMk/>
          <pc:sldMk cId="0" sldId="320"/>
        </pc:sldMkLst>
      </pc:sldChg>
      <pc:sldChg chg="modSp add del">
        <pc:chgData name="Nidheesh M" userId="ba23f043-57f5-4ea1-9cac-0e86480d769c" providerId="ADAL" clId="{D713D298-5033-47FD-9C42-DEFF5F282126}" dt="2023-01-03T19:29:45.414" v="150"/>
        <pc:sldMkLst>
          <pc:docMk/>
          <pc:sldMk cId="0" sldId="321"/>
        </pc:sldMkLst>
        <pc:spChg chg="mod">
          <ac:chgData name="Nidheesh M" userId="ba23f043-57f5-4ea1-9cac-0e86480d769c" providerId="ADAL" clId="{D713D298-5033-47FD-9C42-DEFF5F282126}" dt="2023-01-03T19:14:05.751" v="66" actId="1076"/>
          <ac:spMkLst>
            <pc:docMk/>
            <pc:sldMk cId="0" sldId="321"/>
            <ac:spMk id="46085" creationId="{C3A6C6B5-5525-D1FC-F970-8ADF0583D57C}"/>
          </ac:spMkLst>
        </pc:spChg>
        <pc:picChg chg="mod">
          <ac:chgData name="Nidheesh M" userId="ba23f043-57f5-4ea1-9cac-0e86480d769c" providerId="ADAL" clId="{D713D298-5033-47FD-9C42-DEFF5F282126}" dt="2023-01-03T19:13:50.762" v="63" actId="1076"/>
          <ac:picMkLst>
            <pc:docMk/>
            <pc:sldMk cId="0" sldId="321"/>
            <ac:picMk id="46084" creationId="{601D0026-061D-86A9-45AF-E828E02103ED}"/>
          </ac:picMkLst>
        </pc:picChg>
      </pc:sldChg>
      <pc:sldChg chg="addSp modSp add del mod">
        <pc:chgData name="Nidheesh M" userId="ba23f043-57f5-4ea1-9cac-0e86480d769c" providerId="ADAL" clId="{D713D298-5033-47FD-9C42-DEFF5F282126}" dt="2023-01-03T19:29:45.414" v="150"/>
        <pc:sldMkLst>
          <pc:docMk/>
          <pc:sldMk cId="0" sldId="323"/>
        </pc:sldMkLst>
        <pc:spChg chg="mod">
          <ac:chgData name="Nidheesh M" userId="ba23f043-57f5-4ea1-9cac-0e86480d769c" providerId="ADAL" clId="{D713D298-5033-47FD-9C42-DEFF5F282126}" dt="2023-01-03T19:17:27.319" v="108" actId="14100"/>
          <ac:spMkLst>
            <pc:docMk/>
            <pc:sldMk cId="0" sldId="323"/>
            <ac:spMk id="83971" creationId="{6B113EA7-40C9-A544-B170-AD8FE2A12C79}"/>
          </ac:spMkLst>
        </pc:spChg>
        <pc:spChg chg="mod">
          <ac:chgData name="Nidheesh M" userId="ba23f043-57f5-4ea1-9cac-0e86480d769c" providerId="ADAL" clId="{D713D298-5033-47FD-9C42-DEFF5F282126}" dt="2023-01-03T19:17:27.319" v="108" actId="14100"/>
          <ac:spMkLst>
            <pc:docMk/>
            <pc:sldMk cId="0" sldId="323"/>
            <ac:spMk id="83972" creationId="{DF9B149A-288A-B30C-4F32-9F99BC234739}"/>
          </ac:spMkLst>
        </pc:spChg>
        <pc:spChg chg="mod">
          <ac:chgData name="Nidheesh M" userId="ba23f043-57f5-4ea1-9cac-0e86480d769c" providerId="ADAL" clId="{D713D298-5033-47FD-9C42-DEFF5F282126}" dt="2023-01-03T19:17:27.319" v="108" actId="14100"/>
          <ac:spMkLst>
            <pc:docMk/>
            <pc:sldMk cId="0" sldId="323"/>
            <ac:spMk id="83973" creationId="{3C2AF2AD-41F7-DF78-2F2D-4D5E9E82A960}"/>
          </ac:spMkLst>
        </pc:spChg>
        <pc:spChg chg="mod">
          <ac:chgData name="Nidheesh M" userId="ba23f043-57f5-4ea1-9cac-0e86480d769c" providerId="ADAL" clId="{D713D298-5033-47FD-9C42-DEFF5F282126}" dt="2023-01-03T19:17:27.319" v="108" actId="14100"/>
          <ac:spMkLst>
            <pc:docMk/>
            <pc:sldMk cId="0" sldId="323"/>
            <ac:spMk id="83975" creationId="{9958B413-7F6B-26FE-9A08-063760D64951}"/>
          </ac:spMkLst>
        </pc:spChg>
        <pc:spChg chg="mod">
          <ac:chgData name="Nidheesh M" userId="ba23f043-57f5-4ea1-9cac-0e86480d769c" providerId="ADAL" clId="{D713D298-5033-47FD-9C42-DEFF5F282126}" dt="2023-01-03T19:17:27.319" v="108" actId="14100"/>
          <ac:spMkLst>
            <pc:docMk/>
            <pc:sldMk cId="0" sldId="323"/>
            <ac:spMk id="83976" creationId="{D46446E8-C4C3-0D50-A063-EC0DFFE2E54E}"/>
          </ac:spMkLst>
        </pc:spChg>
        <pc:spChg chg="mod">
          <ac:chgData name="Nidheesh M" userId="ba23f043-57f5-4ea1-9cac-0e86480d769c" providerId="ADAL" clId="{D713D298-5033-47FD-9C42-DEFF5F282126}" dt="2023-01-03T19:16:59.609" v="105" actId="1076"/>
          <ac:spMkLst>
            <pc:docMk/>
            <pc:sldMk cId="0" sldId="323"/>
            <ac:spMk id="167938" creationId="{9AAB2D00-399A-940D-D7A1-DD4A2381E7FA}"/>
          </ac:spMkLst>
        </pc:spChg>
        <pc:grpChg chg="add mod">
          <ac:chgData name="Nidheesh M" userId="ba23f043-57f5-4ea1-9cac-0e86480d769c" providerId="ADAL" clId="{D713D298-5033-47FD-9C42-DEFF5F282126}" dt="2023-01-03T19:17:27.319" v="108" actId="14100"/>
          <ac:grpSpMkLst>
            <pc:docMk/>
            <pc:sldMk cId="0" sldId="323"/>
            <ac:grpSpMk id="2" creationId="{75711FF7-0206-2800-1902-05C60841EAC9}"/>
          </ac:grpSpMkLst>
        </pc:grpChg>
        <pc:picChg chg="mod">
          <ac:chgData name="Nidheesh M" userId="ba23f043-57f5-4ea1-9cac-0e86480d769c" providerId="ADAL" clId="{D713D298-5033-47FD-9C42-DEFF5F282126}" dt="2023-01-03T19:17:27.319" v="108" actId="14100"/>
          <ac:picMkLst>
            <pc:docMk/>
            <pc:sldMk cId="0" sldId="323"/>
            <ac:picMk id="83974" creationId="{B614A04D-4D9C-11E4-C8A8-02DBB8F80515}"/>
          </ac:picMkLst>
        </pc:picChg>
      </pc:sldChg>
      <pc:sldChg chg="modSp add del mod">
        <pc:chgData name="Nidheesh M" userId="ba23f043-57f5-4ea1-9cac-0e86480d769c" providerId="ADAL" clId="{D713D298-5033-47FD-9C42-DEFF5F282126}" dt="2023-01-03T19:29:45.414" v="150"/>
        <pc:sldMkLst>
          <pc:docMk/>
          <pc:sldMk cId="0" sldId="324"/>
        </pc:sldMkLst>
        <pc:spChg chg="mod">
          <ac:chgData name="Nidheesh M" userId="ba23f043-57f5-4ea1-9cac-0e86480d769c" providerId="ADAL" clId="{D713D298-5033-47FD-9C42-DEFF5F282126}" dt="2023-01-03T19:29:45.414" v="150"/>
          <ac:spMkLst>
            <pc:docMk/>
            <pc:sldMk cId="0" sldId="324"/>
            <ac:spMk id="72707" creationId="{0578FEE9-4253-6C49-E00F-2F4A6E8C4034}"/>
          </ac:spMkLst>
        </pc:spChg>
      </pc:sldChg>
      <pc:sldChg chg="del">
        <pc:chgData name="Nidheesh M" userId="ba23f043-57f5-4ea1-9cac-0e86480d769c" providerId="ADAL" clId="{D713D298-5033-47FD-9C42-DEFF5F282126}" dt="2023-01-03T19:06:25.893" v="0" actId="47"/>
        <pc:sldMkLst>
          <pc:docMk/>
          <pc:sldMk cId="0" sldId="374"/>
        </pc:sldMkLst>
      </pc:sldChg>
      <pc:sldChg chg="del">
        <pc:chgData name="Nidheesh M" userId="ba23f043-57f5-4ea1-9cac-0e86480d769c" providerId="ADAL" clId="{D713D298-5033-47FD-9C42-DEFF5F282126}" dt="2023-01-03T19:06:25.893" v="0" actId="47"/>
        <pc:sldMkLst>
          <pc:docMk/>
          <pc:sldMk cId="0" sldId="375"/>
        </pc:sldMkLst>
      </pc:sldChg>
      <pc:sldChg chg="del">
        <pc:chgData name="Nidheesh M" userId="ba23f043-57f5-4ea1-9cac-0e86480d769c" providerId="ADAL" clId="{D713D298-5033-47FD-9C42-DEFF5F282126}" dt="2023-01-03T19:06:25.893" v="0" actId="47"/>
        <pc:sldMkLst>
          <pc:docMk/>
          <pc:sldMk cId="2518064535" sldId="376"/>
        </pc:sldMkLst>
      </pc:sldChg>
    </pc:docChg>
  </pc:docChgLst>
  <pc:docChgLst>
    <pc:chgData name="Nidheesh M" userId="ba23f043-57f5-4ea1-9cac-0e86480d769c" providerId="ADAL" clId="{FA929F37-D1E1-4895-8F08-BDD4115DF9D5}"/>
    <pc:docChg chg="addSld modSld modSection">
      <pc:chgData name="Nidheesh M" userId="ba23f043-57f5-4ea1-9cac-0e86480d769c" providerId="ADAL" clId="{FA929F37-D1E1-4895-8F08-BDD4115DF9D5}" dt="2023-12-02T04:50:14.740" v="2" actId="680"/>
      <pc:docMkLst>
        <pc:docMk/>
      </pc:docMkLst>
      <pc:sldChg chg="addSp new">
        <pc:chgData name="Nidheesh M" userId="ba23f043-57f5-4ea1-9cac-0e86480d769c" providerId="ADAL" clId="{FA929F37-D1E1-4895-8F08-BDD4115DF9D5}" dt="2023-12-02T04:50:13.419" v="1"/>
        <pc:sldMkLst>
          <pc:docMk/>
          <pc:sldMk cId="4019529670" sldId="314"/>
        </pc:sldMkLst>
        <pc:inkChg chg="add">
          <ac:chgData name="Nidheesh M" userId="ba23f043-57f5-4ea1-9cac-0e86480d769c" providerId="ADAL" clId="{FA929F37-D1E1-4895-8F08-BDD4115DF9D5}" dt="2023-12-02T04:50:13.419" v="1"/>
          <ac:inkMkLst>
            <pc:docMk/>
            <pc:sldMk cId="4019529670" sldId="314"/>
            <ac:inkMk id="2" creationId="{8FF3253A-6886-4977-A68B-432482DAECCD}"/>
          </ac:inkMkLst>
        </pc:inkChg>
        <pc:inkChg chg="add">
          <ac:chgData name="Nidheesh M" userId="ba23f043-57f5-4ea1-9cac-0e86480d769c" providerId="ADAL" clId="{FA929F37-D1E1-4895-8F08-BDD4115DF9D5}" dt="2023-12-02T04:50:13.419" v="1"/>
          <ac:inkMkLst>
            <pc:docMk/>
            <pc:sldMk cId="4019529670" sldId="314"/>
            <ac:inkMk id="3" creationId="{05E38A8B-3115-2B00-B843-5C52D85E6255}"/>
          </ac:inkMkLst>
        </pc:inkChg>
        <pc:inkChg chg="add">
          <ac:chgData name="Nidheesh M" userId="ba23f043-57f5-4ea1-9cac-0e86480d769c" providerId="ADAL" clId="{FA929F37-D1E1-4895-8F08-BDD4115DF9D5}" dt="2023-12-02T04:50:13.419" v="1"/>
          <ac:inkMkLst>
            <pc:docMk/>
            <pc:sldMk cId="4019529670" sldId="314"/>
            <ac:inkMk id="4" creationId="{E0EF2ABF-5C68-AA61-1D30-9872CA323555}"/>
          </ac:inkMkLst>
        </pc:inkChg>
      </pc:sldChg>
      <pc:sldChg chg="new">
        <pc:chgData name="Nidheesh M" userId="ba23f043-57f5-4ea1-9cac-0e86480d769c" providerId="ADAL" clId="{FA929F37-D1E1-4895-8F08-BDD4115DF9D5}" dt="2023-12-02T04:50:14.740" v="2" actId="680"/>
        <pc:sldMkLst>
          <pc:docMk/>
          <pc:sldMk cId="2998688834" sldId="3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16733F-15EF-1B4D-9226-92DE12E4B2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19F92-688F-1448-9648-D71E817F42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8E583-B028-1D43-B6E1-2D2917F185D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83346-784F-2B42-840A-678DDF515D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17335-AD71-B94A-AF41-1076FFA852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AAAC5-8CF5-AB40-9262-A1CFC20CD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19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39F3-1AAD-FC4D-A04F-76D148ABB79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66FC8-4927-614B-A5B7-98373311A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0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66FC8-4927-614B-A5B7-98373311AD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1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66FC8-4927-614B-A5B7-98373311ADC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32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482340" y="3911284"/>
            <a:ext cx="7788634" cy="1515482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38087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0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/>
          <a:lstStyle>
            <a:lvl1pPr>
              <a:defRPr>
                <a:latin typeface="Avenir Next LT Pro"/>
              </a:defRPr>
            </a:lvl1pPr>
            <a:lvl2pPr>
              <a:defRPr>
                <a:latin typeface="Avenir Next LT Pro"/>
              </a:defRPr>
            </a:lvl2pPr>
            <a:lvl3pPr>
              <a:defRPr>
                <a:latin typeface="Avenir Next LT Pro"/>
              </a:defRPr>
            </a:lvl3pPr>
            <a:lvl4pPr>
              <a:defRPr>
                <a:latin typeface="Avenir Next LT Pro"/>
              </a:defRPr>
            </a:lvl4pPr>
            <a:lvl5pPr>
              <a:defRPr>
                <a:latin typeface="Avenir Next LT Pro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0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461535"/>
            <a:ext cx="5181600" cy="45202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461535"/>
            <a:ext cx="5181600" cy="45202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170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41052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2" y="2234440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141052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2234440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482340" y="3911283"/>
            <a:ext cx="9144000" cy="1277937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Presentation Name</a:t>
            </a:r>
          </a:p>
        </p:txBody>
      </p:sp>
    </p:spTree>
    <p:extLst>
      <p:ext uri="{BB962C8B-B14F-4D97-AF65-F5344CB8AC3E}">
        <p14:creationId xmlns:p14="http://schemas.microsoft.com/office/powerpoint/2010/main" val="2478208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71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3345180" y="2707279"/>
            <a:ext cx="0" cy="2283821"/>
          </a:xfrm>
          <a:prstGeom prst="line">
            <a:avLst/>
          </a:prstGeom>
          <a:ln w="349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861" y="2544174"/>
            <a:ext cx="4801940" cy="153343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08045-AFC8-D948-A7AA-36ABBAEE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E46E20-E261-4F47-BDD7-A38268798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79CD-E371-CC40-A4D1-6741D9D89E99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1A1CC-00CC-5A4A-B6A4-D2B0F6123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023C7-E3BA-934E-ACD8-ACE53FA0D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9B101-B82C-6745-856F-2822ADCE931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02CC90-A706-DB43-AD69-4727A1685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20951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096000"/>
            <a:ext cx="12192000" cy="771800"/>
          </a:xfrm>
          <a:prstGeom prst="rect">
            <a:avLst/>
          </a:prstGeom>
          <a:solidFill>
            <a:srgbClr val="000000"/>
          </a:solidFill>
          <a:ln w="762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5977"/>
            <a:ext cx="10515600" cy="9865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786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140361"/>
            <a:ext cx="12192000" cy="727439"/>
          </a:xfrm>
          <a:prstGeom prst="rect">
            <a:avLst/>
          </a:prstGeom>
          <a:solidFill>
            <a:srgbClr val="B6114D"/>
          </a:solidFill>
          <a:ln w="762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0" y="6195046"/>
            <a:ext cx="1935479" cy="61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5564" y="3782290"/>
            <a:ext cx="8786436" cy="1257796"/>
          </a:xfrm>
        </p:spPr>
        <p:txBody>
          <a:bodyPr>
            <a:noAutofit/>
          </a:bodyPr>
          <a:lstStyle/>
          <a:p>
            <a:r>
              <a:rPr lang="en-CA" sz="4800" dirty="0">
                <a:cs typeface="Adobe Hebrew" panose="02040503050201020203" pitchFamily="18" charset="-79"/>
              </a:rPr>
              <a:t>Data Engineering &amp; Administration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28F2F-1B95-4241-9794-E0413FBDD5AB}"/>
              </a:ext>
            </a:extLst>
          </p:cNvPr>
          <p:cNvSpPr txBox="1"/>
          <p:nvPr/>
        </p:nvSpPr>
        <p:spPr>
          <a:xfrm>
            <a:off x="8400836" y="5903893"/>
            <a:ext cx="3791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/>
              <a:t>Nidheesh M., PhD</a:t>
            </a:r>
            <a:br>
              <a:rPr lang="en-IN" sz="2800" dirty="0"/>
            </a:br>
            <a:r>
              <a:rPr lang="en-IN" sz="2800" dirty="0"/>
              <a:t>School of Biotechnology</a:t>
            </a:r>
          </a:p>
        </p:txBody>
      </p:sp>
    </p:spTree>
    <p:extLst>
      <p:ext uri="{BB962C8B-B14F-4D97-AF65-F5344CB8AC3E}">
        <p14:creationId xmlns:p14="http://schemas.microsoft.com/office/powerpoint/2010/main" val="243098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56A9BE7-D3B8-544B-5529-A9BA99BA8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6934200" cy="1143000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latin typeface="High Tower Text" panose="02040502050506030303" pitchFamily="18" charset="0"/>
              </a:rPr>
              <a:t>Un-Normalized Relation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C9BCA2D-F399-107A-A697-52D1A5411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0228" y="2091872"/>
            <a:ext cx="10515600" cy="3231243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Each row may contain multiple set of values for some </a:t>
            </a:r>
            <a:r>
              <a:rPr lang="en-US" altLang="en-US" dirty="0" err="1">
                <a:latin typeface="High Tower Text" panose="02040502050506030303" pitchFamily="18" charset="0"/>
              </a:rPr>
              <a:t>columns.These</a:t>
            </a:r>
            <a:r>
              <a:rPr lang="en-US" altLang="en-US" dirty="0">
                <a:latin typeface="High Tower Text" panose="02040502050506030303" pitchFamily="18" charset="0"/>
              </a:rPr>
              <a:t> multiple values in a single row is called  </a:t>
            </a:r>
            <a:r>
              <a:rPr lang="en-US" altLang="en-US" b="1" u="sng" dirty="0">
                <a:latin typeface="High Tower Text" panose="02040502050506030303" pitchFamily="18" charset="0"/>
              </a:rPr>
              <a:t>non-atomic values.</a:t>
            </a:r>
          </a:p>
          <a:p>
            <a:pPr eaLnBrk="1" hangingPunct="1"/>
            <a:endParaRPr lang="en-US" altLang="en-US" b="1" u="sng" dirty="0">
              <a:latin typeface="High Tower Text" panose="02040502050506030303" pitchFamily="18" charset="0"/>
            </a:endParaRPr>
          </a:p>
          <a:p>
            <a:pPr eaLnBrk="1" hangingPunct="1"/>
            <a:r>
              <a:rPr lang="en-US" altLang="en-US" b="1" u="sng" dirty="0">
                <a:latin typeface="High Tower Text" panose="02040502050506030303" pitchFamily="18" charset="0"/>
              </a:rPr>
              <a:t>An unnormalized relation contains Non-atomic values/repeating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Group 2">
            <a:extLst>
              <a:ext uri="{FF2B5EF4-FFF2-40B4-BE49-F238E27FC236}">
                <a16:creationId xmlns:a16="http://schemas.microsoft.com/office/drawing/2014/main" id="{D83A217B-35C4-7AB6-CF5C-7F01BE13D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787552"/>
              </p:ext>
            </p:extLst>
          </p:nvPr>
        </p:nvGraphicFramePr>
        <p:xfrm>
          <a:off x="457200" y="381001"/>
          <a:ext cx="11125199" cy="4971716"/>
        </p:xfrm>
        <a:graphic>
          <a:graphicData uri="http://schemas.openxmlformats.org/drawingml/2006/table">
            <a:tbl>
              <a:tblPr/>
              <a:tblGrid>
                <a:gridCol w="1477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3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45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P_num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P_name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E_name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C_hrs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2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Java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 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43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C++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208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30" name="Line 34">
            <a:extLst>
              <a:ext uri="{FF2B5EF4-FFF2-40B4-BE49-F238E27FC236}">
                <a16:creationId xmlns:a16="http://schemas.microsoft.com/office/drawing/2014/main" id="{E57F8AF3-401C-1DE0-9371-9DCC95943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4102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31" name="Text Box 35">
            <a:extLst>
              <a:ext uri="{FF2B5EF4-FFF2-40B4-BE49-F238E27FC236}">
                <a16:creationId xmlns:a16="http://schemas.microsoft.com/office/drawing/2014/main" id="{AC6AB5EC-421B-46EF-B7B4-8998C68BB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638800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imes New Roman" panose="02020603050405020304" pitchFamily="18" charset="0"/>
              </a:rPr>
              <a:t>Repeating groups</a:t>
            </a:r>
          </a:p>
        </p:txBody>
      </p:sp>
      <p:sp>
        <p:nvSpPr>
          <p:cNvPr id="4133" name="Text Box 37">
            <a:extLst>
              <a:ext uri="{FF2B5EF4-FFF2-40B4-BE49-F238E27FC236}">
                <a16:creationId xmlns:a16="http://schemas.microsoft.com/office/drawing/2014/main" id="{ADA1B29F-ED94-8E3D-5F9B-BCB578F91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5334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6F0483C-8F8B-31F0-65E0-D6DF4E80A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743" y="533400"/>
            <a:ext cx="11223171" cy="504008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sz="3200" b="1" u="sng" dirty="0">
              <a:latin typeface="High Tower Text" pitchFamily="18" charset="0"/>
            </a:endParaRPr>
          </a:p>
          <a:p>
            <a:pPr eaLnBrk="1" hangingPunct="1">
              <a:defRPr/>
            </a:pPr>
            <a:r>
              <a:rPr lang="en-US" sz="3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Normalization </a:t>
            </a:r>
            <a:r>
              <a:rPr lang="en-US" sz="3200" dirty="0">
                <a:latin typeface="High Tower Text" pitchFamily="18" charset="0"/>
              </a:rPr>
              <a:t>process we analyze  and</a:t>
            </a:r>
            <a:r>
              <a:rPr lang="en-US" sz="3200" b="1" dirty="0">
                <a:latin typeface="High Tower Text" pitchFamily="18" charset="0"/>
              </a:rPr>
              <a:t> </a:t>
            </a:r>
            <a:r>
              <a:rPr lang="en-US" sz="3200" dirty="0">
                <a:latin typeface="High Tower Text" pitchFamily="18" charset="0"/>
              </a:rPr>
              <a:t>decomposes  the complex  relations  and transform  them into </a:t>
            </a:r>
            <a:r>
              <a:rPr lang="en-US" sz="3200" dirty="0" err="1">
                <a:latin typeface="High Tower Text" pitchFamily="18" charset="0"/>
              </a:rPr>
              <a:t>smaller,simpler</a:t>
            </a:r>
            <a:r>
              <a:rPr lang="en-US" sz="3200" dirty="0">
                <a:latin typeface="High Tower Text" pitchFamily="18" charset="0"/>
              </a:rPr>
              <a:t>, and well-structured relations.</a:t>
            </a:r>
          </a:p>
          <a:p>
            <a:pPr eaLnBrk="1" hangingPunct="1">
              <a:defRPr/>
            </a:pPr>
            <a:endParaRPr lang="en-US" sz="3200" dirty="0">
              <a:latin typeface="High Tower Text" pitchFamily="18" charset="0"/>
            </a:endParaRPr>
          </a:p>
          <a:p>
            <a:pPr eaLnBrk="1" hangingPunct="1">
              <a:defRPr/>
            </a:pPr>
            <a:r>
              <a:rPr lang="en-US" sz="3200" dirty="0">
                <a:latin typeface="High Tower Text" pitchFamily="18" charset="0"/>
              </a:rPr>
              <a:t>It takes  a relational  schema through a </a:t>
            </a:r>
            <a:r>
              <a:rPr lang="en-US" sz="32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series of test to  certify</a:t>
            </a:r>
            <a:r>
              <a:rPr lang="en-US" sz="3200" dirty="0">
                <a:latin typeface="High Tower Text" pitchFamily="18" charset="0"/>
              </a:rPr>
              <a:t> whether or not it belong to a normal form.</a:t>
            </a:r>
            <a:endParaRPr lang="en-US" sz="3200" b="1" dirty="0">
              <a:latin typeface="High Tower Text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7D5F635-D1F3-6D43-C45F-0275CCFEA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3143" y="816429"/>
            <a:ext cx="10700657" cy="3907972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3200" dirty="0">
              <a:latin typeface="High Tower Text" panose="02040502050506030303" pitchFamily="18" charset="0"/>
            </a:endParaRPr>
          </a:p>
          <a:p>
            <a:pPr eaLnBrk="1" hangingPunct="1"/>
            <a:r>
              <a:rPr lang="en-US" altLang="en-US" sz="3200" b="1" u="sng" dirty="0">
                <a:latin typeface="High Tower Text" panose="02040502050506030303" pitchFamily="18" charset="0"/>
              </a:rPr>
              <a:t>What is  a NORMAL Form ?</a:t>
            </a:r>
          </a:p>
          <a:p>
            <a:pPr eaLnBrk="1" hangingPunct="1"/>
            <a:endParaRPr lang="en-US" altLang="en-US" sz="3200" b="1" u="sng" dirty="0">
              <a:latin typeface="High Tower Text" panose="02040502050506030303" pitchFamily="18" charset="0"/>
            </a:endParaRPr>
          </a:p>
          <a:p>
            <a:pPr eaLnBrk="1" hangingPunct="1"/>
            <a:endParaRPr lang="en-US" altLang="en-US" sz="3200" dirty="0">
              <a:latin typeface="High Tower Text" panose="02040502050506030303" pitchFamily="18" charset="0"/>
            </a:endParaRPr>
          </a:p>
          <a:p>
            <a:pPr eaLnBrk="1" hangingPunct="1"/>
            <a:r>
              <a:rPr lang="en-US" altLang="en-US" sz="3200" dirty="0">
                <a:latin typeface="High Tower Text" panose="02040502050506030303" pitchFamily="18" charset="0"/>
              </a:rPr>
              <a:t>A </a:t>
            </a:r>
            <a:r>
              <a:rPr lang="en-US" altLang="en-US" sz="3200" b="1" u="sng" dirty="0">
                <a:latin typeface="High Tower Text" panose="02040502050506030303" pitchFamily="18" charset="0"/>
              </a:rPr>
              <a:t>normal form</a:t>
            </a:r>
            <a:r>
              <a:rPr lang="en-US" altLang="en-US" sz="3200" dirty="0">
                <a:latin typeface="High Tower Text" panose="02040502050506030303" pitchFamily="18" charset="0"/>
              </a:rPr>
              <a:t> is a state of a table  that results from  applying  simple rules  regarding </a:t>
            </a:r>
            <a:r>
              <a:rPr lang="en-US" altLang="en-US" sz="3200" b="1" u="sng" dirty="0">
                <a:latin typeface="High Tower Text" panose="02040502050506030303" pitchFamily="18" charset="0"/>
              </a:rPr>
              <a:t>functional dependencies</a:t>
            </a:r>
            <a:r>
              <a:rPr lang="en-US" altLang="en-US" sz="3200" dirty="0">
                <a:latin typeface="High Tower Text" panose="02040502050506030303" pitchFamily="18" charset="0"/>
              </a:rPr>
              <a:t>  to that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361A60B-B6EE-85E7-9635-00CE33C0C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609600"/>
            <a:ext cx="7772400" cy="5486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Types of Normal Forms:</a:t>
            </a:r>
          </a:p>
          <a:p>
            <a:pPr eaLnBrk="1" hangingPunct="1">
              <a:defRPr/>
            </a:pPr>
            <a:endParaRPr lang="en-US">
              <a:latin typeface="High Tower Text" pitchFamily="18" charset="0"/>
            </a:endParaRPr>
          </a:p>
          <a:p>
            <a:pPr eaLnBrk="1" hangingPunct="1">
              <a:defRPr/>
            </a:pPr>
            <a:r>
              <a:rPr lang="en-US" b="1">
                <a:latin typeface="High Tower Text" pitchFamily="18" charset="0"/>
              </a:rPr>
              <a:t>INF              </a:t>
            </a:r>
          </a:p>
          <a:p>
            <a:pPr eaLnBrk="1" hangingPunct="1">
              <a:defRPr/>
            </a:pPr>
            <a:r>
              <a:rPr lang="en-US" b="1">
                <a:latin typeface="High Tower Text" pitchFamily="18" charset="0"/>
              </a:rPr>
              <a:t>2NF</a:t>
            </a:r>
          </a:p>
          <a:p>
            <a:pPr eaLnBrk="1" hangingPunct="1">
              <a:defRPr/>
            </a:pPr>
            <a:r>
              <a:rPr lang="en-US" b="1">
                <a:latin typeface="High Tower Text" pitchFamily="18" charset="0"/>
              </a:rPr>
              <a:t>3NF</a:t>
            </a:r>
          </a:p>
          <a:p>
            <a:pPr eaLnBrk="1" hangingPunct="1">
              <a:defRPr/>
            </a:pPr>
            <a:r>
              <a:rPr lang="en-US" b="1">
                <a:latin typeface="High Tower Text" pitchFamily="18" charset="0"/>
              </a:rPr>
              <a:t>BCNF (R.Boycce  &amp; E.F.Codd)</a:t>
            </a:r>
          </a:p>
          <a:p>
            <a:pPr eaLnBrk="1" hangingPunct="1">
              <a:defRPr/>
            </a:pPr>
            <a:r>
              <a:rPr lang="en-US" b="1">
                <a:latin typeface="High Tower Text" pitchFamily="18" charset="0"/>
              </a:rPr>
              <a:t>4NF</a:t>
            </a:r>
          </a:p>
          <a:p>
            <a:pPr eaLnBrk="1" hangingPunct="1">
              <a:defRPr/>
            </a:pPr>
            <a:r>
              <a:rPr lang="en-US" b="1">
                <a:latin typeface="High Tower Text" pitchFamily="18" charset="0"/>
              </a:rPr>
              <a:t>5NF</a:t>
            </a:r>
          </a:p>
          <a:p>
            <a:pPr eaLnBrk="1" hangingPunct="1">
              <a:defRPr/>
            </a:pPr>
            <a:endParaRPr lang="en-US" b="1">
              <a:latin typeface="High Tower Text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6AC0D35-DC07-3694-153E-F79F5F227E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381000"/>
            <a:ext cx="8610600" cy="6019800"/>
          </a:xfrm>
        </p:spPr>
        <p:txBody>
          <a:bodyPr/>
          <a:lstStyle/>
          <a:p>
            <a:pPr marL="609600" indent="-609600"/>
            <a:r>
              <a:rPr lang="en-US" altLang="en-US" sz="3600" b="1" u="sng">
                <a:latin typeface="High Tower Text" panose="02040502050506030303" pitchFamily="18" charset="0"/>
              </a:rPr>
              <a:t>Functional Dependencies</a:t>
            </a:r>
            <a:r>
              <a:rPr lang="en-US" altLang="en-US" sz="3600">
                <a:latin typeface="High Tower Text" panose="02040502050506030303" pitchFamily="18" charset="0"/>
              </a:rPr>
              <a:t> are one  of the constraint that cannot be expressed using the E-R diagram.</a:t>
            </a:r>
          </a:p>
          <a:p>
            <a:pPr marL="609600" indent="-609600"/>
            <a:r>
              <a:rPr lang="en-US" altLang="en-US" sz="3600" b="1" u="sng">
                <a:latin typeface="High Tower Text" panose="02040502050506030303" pitchFamily="18" charset="0"/>
              </a:rPr>
              <a:t>Problems caused by data redundancy</a:t>
            </a:r>
            <a:r>
              <a:rPr lang="en-US" altLang="en-US" sz="3600" b="1">
                <a:latin typeface="High Tower Text" panose="02040502050506030303" pitchFamily="18" charset="0"/>
              </a:rPr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3600">
                <a:latin typeface="High Tower Text" panose="02040502050506030303" pitchFamily="18" charset="0"/>
              </a:rPr>
              <a:t>Redundant  storage </a:t>
            </a:r>
            <a:r>
              <a:rPr lang="en-US" altLang="en-US" sz="3600" b="1" u="sng">
                <a:latin typeface="High Tower Text" panose="02040502050506030303" pitchFamily="18" charset="0"/>
              </a:rPr>
              <a:t>( 111 &amp; java is repeated)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3600">
                <a:latin typeface="High Tower Text" panose="02040502050506030303" pitchFamily="18" charset="0"/>
              </a:rPr>
              <a:t>Update Anomalies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3600">
                <a:latin typeface="High Tower Text" panose="02040502050506030303" pitchFamily="18" charset="0"/>
              </a:rPr>
              <a:t>Insertion Anomalies 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3600">
                <a:latin typeface="High Tower Text" panose="02040502050506030303" pitchFamily="18" charset="0"/>
              </a:rPr>
              <a:t>Deletion Anomalies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95E6DE6-E904-507C-F412-D6FC3E35F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u="sng">
                <a:latin typeface="High Tower Text" panose="02040502050506030303" pitchFamily="18" charset="0"/>
              </a:rPr>
              <a:t>Functional Dependency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6E5B97D-22C1-007B-7D0B-AB0A2D92F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981200"/>
            <a:ext cx="8534400" cy="4114800"/>
          </a:xfrm>
        </p:spPr>
        <p:txBody>
          <a:bodyPr/>
          <a:lstStyle/>
          <a:p>
            <a:pPr eaLnBrk="1" hangingPunct="1"/>
            <a:r>
              <a:rPr lang="en-US" altLang="en-US" b="1" u="sng">
                <a:latin typeface="High Tower Text" panose="02040502050506030303" pitchFamily="18" charset="0"/>
              </a:rPr>
              <a:t>Functional Dependencies</a:t>
            </a:r>
            <a:r>
              <a:rPr lang="en-US" altLang="en-US">
                <a:latin typeface="High Tower Text" panose="02040502050506030303" pitchFamily="18" charset="0"/>
              </a:rPr>
              <a:t> are the consequences of the interrelationship among attributes  of an entity 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High Tower Text" panose="02040502050506030303" pitchFamily="18" charset="0"/>
              </a:rPr>
              <a:t>              </a:t>
            </a:r>
            <a:r>
              <a:rPr lang="en-US" altLang="en-US" b="1">
                <a:latin typeface="High Tower Text" panose="02040502050506030303" pitchFamily="18" charset="0"/>
              </a:rPr>
              <a:t>or 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High Tower Text" panose="02040502050506030303" pitchFamily="18" charset="0"/>
              </a:rPr>
              <a:t>   due to the relationship between  entities that is  also represented  by a relation.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C71664D-97E7-A817-5B94-70590FF40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7027" y="609600"/>
            <a:ext cx="9350829" cy="3048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If R represents an </a:t>
            </a:r>
            <a:r>
              <a:rPr lang="en-US" altLang="en-US" b="1" dirty="0">
                <a:latin typeface="High Tower Text" panose="02040502050506030303" pitchFamily="18" charset="0"/>
              </a:rPr>
              <a:t>entity</a:t>
            </a:r>
            <a:r>
              <a:rPr lang="en-US" altLang="en-US" dirty="0">
                <a:latin typeface="High Tower Text" panose="02040502050506030303" pitchFamily="18" charset="0"/>
              </a:rPr>
              <a:t>  and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</a:rPr>
              <a:t>        the set of attributes  X represent  the </a:t>
            </a:r>
            <a:r>
              <a:rPr lang="en-US" altLang="en-US" b="1" dirty="0">
                <a:latin typeface="High Tower Text" panose="02040502050506030303" pitchFamily="18" charset="0"/>
              </a:rPr>
              <a:t>key </a:t>
            </a:r>
            <a:r>
              <a:rPr lang="en-US" altLang="en-US" dirty="0">
                <a:latin typeface="High Tower Text" panose="02040502050506030303" pitchFamily="18" charset="0"/>
              </a:rPr>
              <a:t>of R,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</a:rPr>
              <a:t>     then for any other set  of attributes Y of R,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</a:rPr>
              <a:t>          X           	 Y</a:t>
            </a:r>
          </a:p>
        </p:txBody>
      </p:sp>
      <p:sp>
        <p:nvSpPr>
          <p:cNvPr id="10243" name="Line 3">
            <a:extLst>
              <a:ext uri="{FF2B5EF4-FFF2-40B4-BE49-F238E27FC236}">
                <a16:creationId xmlns:a16="http://schemas.microsoft.com/office/drawing/2014/main" id="{DB3668E3-AF16-CDD3-536E-17FBF37D0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685" y="2362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EEE15FBC-4026-BE19-A942-7B3BECDDC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028" y="3230562"/>
            <a:ext cx="9633857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3200" dirty="0">
                <a:latin typeface="High Tower Text" panose="02040502050506030303" pitchFamily="18" charset="0"/>
              </a:rPr>
              <a:t>R satisfy the functional dependency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High Tower Text" panose="02040502050506030303" pitchFamily="18" charset="0"/>
              </a:rPr>
              <a:t> X            Y ,if a given  set  of values  for each attribute in X uniquely determines each of the values of the attributes in Y.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High Tower Text" panose="02040502050506030303" pitchFamily="18" charset="0"/>
              </a:rPr>
              <a:t> </a:t>
            </a:r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83822441-EA78-A7AA-C734-8138ABD13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6629" y="4288971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D448211-031F-8407-F6C7-16E057859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314" y="685800"/>
            <a:ext cx="9154886" cy="5410200"/>
          </a:xfrm>
        </p:spPr>
        <p:txBody>
          <a:bodyPr/>
          <a:lstStyle/>
          <a:p>
            <a:pPr eaLnBrk="1" hangingPunct="1">
              <a:defRPr/>
            </a:pPr>
            <a:endParaRPr lang="en-US" sz="3600">
              <a:latin typeface="High Tower Text" pitchFamily="18" charset="0"/>
            </a:endParaRPr>
          </a:p>
          <a:p>
            <a:pPr eaLnBrk="1" hangingPunct="1">
              <a:defRPr/>
            </a:pPr>
            <a:r>
              <a:rPr lang="en-US" sz="3600">
                <a:latin typeface="High Tower Text" pitchFamily="18" charset="0"/>
              </a:rPr>
              <a:t>Y is said to be functionally dependent on X.</a:t>
            </a:r>
          </a:p>
          <a:p>
            <a:pPr eaLnBrk="1" hangingPunct="1">
              <a:defRPr/>
            </a:pPr>
            <a:endParaRPr lang="en-US" sz="3600">
              <a:latin typeface="High Tower Text" pitchFamily="18" charset="0"/>
            </a:endParaRPr>
          </a:p>
          <a:p>
            <a:pPr eaLnBrk="1" hangingPunct="1">
              <a:defRPr/>
            </a:pPr>
            <a:r>
              <a:rPr lang="en-US" sz="3600">
                <a:latin typeface="High Tower Text" pitchFamily="18" charset="0"/>
              </a:rPr>
              <a:t>Denoted  by X</a:t>
            </a:r>
          </a:p>
          <a:p>
            <a:pPr eaLnBrk="1" hangingPunct="1">
              <a:defRPr/>
            </a:pPr>
            <a:endParaRPr lang="en-US" sz="3600">
              <a:latin typeface="High Tower Text" pitchFamily="18" charset="0"/>
            </a:endParaRPr>
          </a:p>
          <a:p>
            <a:pPr eaLnBrk="1" hangingPunct="1">
              <a:defRPr/>
            </a:pPr>
            <a:r>
              <a:rPr lang="en-US" sz="3600">
                <a:latin typeface="High Tower Text" pitchFamily="18" charset="0"/>
              </a:rPr>
              <a:t>X is called the </a:t>
            </a:r>
            <a:r>
              <a:rPr lang="en-US" sz="3600" b="1" u="sng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determinant.</a:t>
            </a:r>
          </a:p>
          <a:p>
            <a:pPr eaLnBrk="1" hangingPunct="1">
              <a:defRPr/>
            </a:pPr>
            <a:r>
              <a:rPr lang="en-US" sz="3600" b="1" u="sng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X functionally determines Y.</a:t>
            </a:r>
          </a:p>
          <a:p>
            <a:pPr eaLnBrk="1" hangingPunct="1">
              <a:defRPr/>
            </a:pPr>
            <a:endParaRPr lang="en-US" sz="3600" b="1">
              <a:effectLst>
                <a:outerShdw blurRad="38100" dist="38100" dir="2700000" algn="tl">
                  <a:srgbClr val="C0C0C0"/>
                </a:outerShdw>
              </a:effectLst>
              <a:latin typeface="High Tower Text" pitchFamily="18" charset="0"/>
            </a:endParaRPr>
          </a:p>
          <a:p>
            <a:pPr eaLnBrk="1" hangingPunct="1">
              <a:defRPr/>
            </a:pPr>
            <a:endParaRPr lang="en-US" sz="3600" b="1">
              <a:effectLst>
                <a:outerShdw blurRad="38100" dist="38100" dir="2700000" algn="tl">
                  <a:srgbClr val="C0C0C0"/>
                </a:outerShdw>
              </a:effectLst>
              <a:latin typeface="High Tower Text" pitchFamily="18" charset="0"/>
            </a:endParaRPr>
          </a:p>
        </p:txBody>
      </p:sp>
      <p:sp>
        <p:nvSpPr>
          <p:cNvPr id="11267" name="Line 3">
            <a:extLst>
              <a:ext uri="{FF2B5EF4-FFF2-40B4-BE49-F238E27FC236}">
                <a16:creationId xmlns:a16="http://schemas.microsoft.com/office/drawing/2014/main" id="{743A79E1-BEFF-B7CC-CD26-A921345CA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3028" y="2815205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2E25ABC3-1AA6-D11C-3877-0111C6D0E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900" y="2525486"/>
            <a:ext cx="38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dirty="0">
                <a:latin typeface="High Tower Text" panose="02040502050506030303" pitchFamily="18" charset="0"/>
              </a:rPr>
              <a:t>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C553D56-B2B4-EFAA-106A-589009A9F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u="sng">
                <a:latin typeface="High Tower Text" panose="02040502050506030303" pitchFamily="18" charset="0"/>
              </a:rPr>
              <a:t>How to check the F.D.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7F4FB61-F56C-E7F6-9001-FF2806270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8943" y="1447800"/>
            <a:ext cx="10286999" cy="3886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u="sng" dirty="0">
                <a:latin typeface="High Tower Text" panose="02040502050506030303" pitchFamily="18" charset="0"/>
              </a:rPr>
              <a:t>To verify whether an F.D will hold in a relation R,</a:t>
            </a:r>
            <a:br>
              <a:rPr lang="en-US" altLang="en-US" sz="3200" b="1" u="sng" dirty="0">
                <a:latin typeface="High Tower Text" panose="02040502050506030303" pitchFamily="18" charset="0"/>
              </a:rPr>
            </a:br>
            <a:endParaRPr lang="en-US" altLang="en-US" sz="3200" b="1" u="sng" dirty="0">
              <a:latin typeface="High Tower Text" panose="02040502050506030303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3200" dirty="0">
                <a:latin typeface="High Tower Text" panose="02040502050506030303" pitchFamily="18" charset="0"/>
              </a:rPr>
              <a:t>  * We find tuples with  same  X value ,then the Y   </a:t>
            </a:r>
          </a:p>
          <a:p>
            <a:pPr eaLnBrk="1" hangingPunct="1">
              <a:buFontTx/>
              <a:buNone/>
            </a:pPr>
            <a:r>
              <a:rPr lang="en-US" altLang="en-US" sz="3200" dirty="0">
                <a:latin typeface="High Tower Text" panose="02040502050506030303" pitchFamily="18" charset="0"/>
              </a:rPr>
              <a:t>     values  in these tuples  must be  the same.</a:t>
            </a:r>
          </a:p>
          <a:p>
            <a:pPr eaLnBrk="1" hangingPunct="1">
              <a:buFontTx/>
              <a:buNone/>
            </a:pPr>
            <a:r>
              <a:rPr lang="en-US" altLang="en-US" sz="3200" dirty="0">
                <a:latin typeface="High Tower Text" panose="02040502050506030303" pitchFamily="18" charset="0"/>
              </a:rPr>
              <a:t> </a:t>
            </a:r>
          </a:p>
          <a:p>
            <a:pPr eaLnBrk="1" hangingPunct="1"/>
            <a:r>
              <a:rPr lang="en-US" altLang="en-US" sz="3200" dirty="0">
                <a:latin typeface="High Tower Text" panose="02040502050506030303" pitchFamily="18" charset="0"/>
              </a:rPr>
              <a:t>We repeat this step  until  we have  compared all such pairs of tuples  with same X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Group 2">
            <a:extLst>
              <a:ext uri="{FF2B5EF4-FFF2-40B4-BE49-F238E27FC236}">
                <a16:creationId xmlns:a16="http://schemas.microsoft.com/office/drawing/2014/main" id="{B6857D0C-F26F-F786-9196-C2FBB705F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960877"/>
              </p:ext>
            </p:extLst>
          </p:nvPr>
        </p:nvGraphicFramePr>
        <p:xfrm>
          <a:off x="723900" y="338556"/>
          <a:ext cx="6096000" cy="3540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d2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d2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b3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d3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b3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d4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51" name="Text Box 39">
            <a:extLst>
              <a:ext uri="{FF2B5EF4-FFF2-40B4-BE49-F238E27FC236}">
                <a16:creationId xmlns:a16="http://schemas.microsoft.com/office/drawing/2014/main" id="{F762DEA4-599E-F502-D47D-A5CDCA47C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4114" y="3961457"/>
            <a:ext cx="6259286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+mn-lt"/>
              </a:rPr>
              <a:t>    1) A             C                 Holds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+mn-lt"/>
              </a:rPr>
              <a:t>    2) C             A                 Does not hold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+mn-lt"/>
              </a:rPr>
              <a:t>    3) AB             D              Holds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+mn-lt"/>
              </a:rPr>
              <a:t>    4) A             </a:t>
            </a:r>
            <a:r>
              <a:rPr lang="en-US" altLang="en-US" sz="2400" b="1" dirty="0" err="1">
                <a:latin typeface="+mn-lt"/>
              </a:rPr>
              <a:t>A</a:t>
            </a:r>
            <a:r>
              <a:rPr lang="en-US" altLang="en-US" sz="2400" b="1" dirty="0">
                <a:latin typeface="+mn-lt"/>
              </a:rPr>
              <a:t>                Holds  </a:t>
            </a:r>
          </a:p>
        </p:txBody>
      </p:sp>
      <p:sp>
        <p:nvSpPr>
          <p:cNvPr id="13352" name="Line 40">
            <a:extLst>
              <a:ext uri="{FF2B5EF4-FFF2-40B4-BE49-F238E27FC236}">
                <a16:creationId xmlns:a16="http://schemas.microsoft.com/office/drawing/2014/main" id="{84090DDE-C86E-C67F-6EEC-30C817ABF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943" y="421277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3" name="Line 41">
            <a:extLst>
              <a:ext uri="{FF2B5EF4-FFF2-40B4-BE49-F238E27FC236}">
                <a16:creationId xmlns:a16="http://schemas.microsoft.com/office/drawing/2014/main" id="{D2498D0A-1F60-86D4-9C70-4ED04A7E93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943" y="4724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4" name="Line 42">
            <a:extLst>
              <a:ext uri="{FF2B5EF4-FFF2-40B4-BE49-F238E27FC236}">
                <a16:creationId xmlns:a16="http://schemas.microsoft.com/office/drawing/2014/main" id="{9902891A-3BAF-87F6-2B1D-130B981A6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00" y="527957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55" name="Line 43">
            <a:extLst>
              <a:ext uri="{FF2B5EF4-FFF2-40B4-BE49-F238E27FC236}">
                <a16:creationId xmlns:a16="http://schemas.microsoft.com/office/drawing/2014/main" id="{3FF4B511-393F-8E2F-1AB2-FB2C7657D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943" y="5856513"/>
            <a:ext cx="685800" cy="217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4B30A2D-B6CE-B728-9E8A-16F04E99D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u="sng">
                <a:latin typeface="High Tower Text" panose="02040502050506030303" pitchFamily="18" charset="0"/>
              </a:rPr>
              <a:t>Types of F.D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2AD08C6-B21C-6B8F-3FD1-C1EC77C49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385" y="1230085"/>
            <a:ext cx="11027229" cy="4876800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latin typeface="High Tower Text" pitchFamily="18" charset="0"/>
              </a:rPr>
              <a:t>       1)Trivial   </a:t>
            </a:r>
          </a:p>
          <a:p>
            <a:pPr>
              <a:defRPr/>
            </a:pPr>
            <a:r>
              <a:rPr lang="en-US" sz="3600" b="1" dirty="0">
                <a:latin typeface="High Tower Text" pitchFamily="18" charset="0"/>
              </a:rPr>
              <a:t>       2) Non-Trivial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b="1" dirty="0">
              <a:latin typeface="High Tower Text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3600" b="1" dirty="0">
                <a:latin typeface="High Tower Text" pitchFamily="18" charset="0"/>
              </a:rPr>
              <a:t>A functional dependency   X           Y  is said to be</a:t>
            </a:r>
            <a:r>
              <a:rPr lang="en-US" sz="3600" b="1" u="sng" dirty="0">
                <a:latin typeface="High Tower Text" pitchFamily="18" charset="0"/>
              </a:rPr>
              <a:t> trivial</a:t>
            </a:r>
            <a:r>
              <a:rPr lang="en-US" sz="3600" b="1" dirty="0">
                <a:latin typeface="High Tower Text" pitchFamily="18" charset="0"/>
              </a:rPr>
              <a:t> if  Y </a:t>
            </a:r>
            <a:r>
              <a:rPr lang="en-US" sz="3600" b="1" dirty="0">
                <a:latin typeface="High Tower Text" pitchFamily="18" charset="0"/>
                <a:sym typeface="Symbol" pitchFamily="18" charset="2"/>
              </a:rPr>
              <a:t> X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3600" b="1" dirty="0">
                <a:latin typeface="High Tower Text" pitchFamily="18" charset="0"/>
                <a:sym typeface="Symbol" pitchFamily="18" charset="2"/>
              </a:rPr>
              <a:t>A functional dependency is trivial if  and only if ,the right-hand side is a subset  of the left-hand side.(need not be a proper  subset).</a:t>
            </a:r>
            <a:endParaRPr lang="en-US" dirty="0">
              <a:latin typeface="High Tower Text" pitchFamily="18" charset="0"/>
            </a:endParaRPr>
          </a:p>
        </p:txBody>
      </p:sp>
      <p:sp>
        <p:nvSpPr>
          <p:cNvPr id="14340" name="Line 4">
            <a:extLst>
              <a:ext uri="{FF2B5EF4-FFF2-40B4-BE49-F238E27FC236}">
                <a16:creationId xmlns:a16="http://schemas.microsoft.com/office/drawing/2014/main" id="{D960C4AA-A5B0-CE0B-2E6F-02D1BDF6A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4086" y="3254829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150FF53-B9DA-4C70-E0F4-3BA4DC43B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609600"/>
            <a:ext cx="9372600" cy="5486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u="sng" dirty="0">
                <a:latin typeface="+mn-lt"/>
              </a:rPr>
              <a:t>An example for a </a:t>
            </a:r>
            <a:r>
              <a:rPr lang="en-US" altLang="en-US" sz="3200" b="1" u="sng" dirty="0">
                <a:latin typeface="+mn-lt"/>
              </a:rPr>
              <a:t>trivial functional  dependency</a:t>
            </a:r>
            <a:r>
              <a:rPr lang="en-US" altLang="en-US" sz="3200" u="sng" dirty="0">
                <a:latin typeface="+mn-lt"/>
              </a:rPr>
              <a:t>:</a:t>
            </a:r>
          </a:p>
          <a:p>
            <a:pPr eaLnBrk="1" hangingPunct="1"/>
            <a:endParaRPr lang="en-US" altLang="en-US" sz="3200" u="sng" dirty="0">
              <a:latin typeface="+mn-lt"/>
            </a:endParaRPr>
          </a:p>
          <a:p>
            <a:pPr eaLnBrk="1" hangingPunct="1"/>
            <a:endParaRPr lang="en-US" altLang="en-US" sz="3200" dirty="0">
              <a:latin typeface="+mn-lt"/>
            </a:endParaRPr>
          </a:p>
          <a:p>
            <a:pPr eaLnBrk="1" hangingPunct="1"/>
            <a:r>
              <a:rPr lang="en-US" altLang="en-US" sz="3200" b="1" dirty="0">
                <a:latin typeface="+mn-lt"/>
              </a:rPr>
              <a:t>Staff(</a:t>
            </a:r>
            <a:r>
              <a:rPr lang="en-US" altLang="en-US" sz="3200" b="1" u="sng" dirty="0" err="1">
                <a:latin typeface="+mn-lt"/>
              </a:rPr>
              <a:t>staffNo</a:t>
            </a:r>
            <a:r>
              <a:rPr lang="en-US" altLang="en-US" sz="3200" dirty="0" err="1">
                <a:latin typeface="+mn-lt"/>
              </a:rPr>
              <a:t>,Sname,position,salary,branchno</a:t>
            </a:r>
            <a:r>
              <a:rPr lang="en-US" altLang="en-US" sz="3200" dirty="0">
                <a:latin typeface="+mn-lt"/>
              </a:rPr>
              <a:t>)</a:t>
            </a:r>
          </a:p>
          <a:p>
            <a:pPr eaLnBrk="1" hangingPunct="1"/>
            <a:endParaRPr lang="en-US" altLang="en-US" sz="3200" dirty="0">
              <a:latin typeface="+mn-lt"/>
            </a:endParaRPr>
          </a:p>
          <a:p>
            <a:pPr eaLnBrk="1" hangingPunct="1"/>
            <a:r>
              <a:rPr lang="en-US" altLang="en-US" sz="3200" dirty="0" err="1">
                <a:latin typeface="+mn-lt"/>
              </a:rPr>
              <a:t>staffNo,Sname</a:t>
            </a:r>
            <a:r>
              <a:rPr lang="en-US" altLang="en-US" sz="3200" dirty="0">
                <a:latin typeface="+mn-lt"/>
              </a:rPr>
              <a:t>      	</a:t>
            </a:r>
            <a:r>
              <a:rPr lang="en-US" altLang="en-US" sz="3200" dirty="0" err="1">
                <a:latin typeface="+mn-lt"/>
              </a:rPr>
              <a:t>Sname</a:t>
            </a:r>
            <a:endParaRPr lang="en-US" altLang="en-US" sz="3200" dirty="0">
              <a:latin typeface="+mn-lt"/>
            </a:endParaRPr>
          </a:p>
          <a:p>
            <a:pPr eaLnBrk="1" hangingPunct="1"/>
            <a:r>
              <a:rPr lang="en-US" altLang="en-US" sz="3200" dirty="0" err="1">
                <a:latin typeface="+mn-lt"/>
              </a:rPr>
              <a:t>StaffNo,Sname</a:t>
            </a:r>
            <a:r>
              <a:rPr lang="en-US" altLang="en-US" sz="3200" dirty="0">
                <a:latin typeface="+mn-lt"/>
              </a:rPr>
              <a:t>     	</a:t>
            </a:r>
            <a:r>
              <a:rPr lang="en-US" altLang="en-US" sz="3200" dirty="0" err="1">
                <a:latin typeface="+mn-lt"/>
              </a:rPr>
              <a:t>StaffNo</a:t>
            </a:r>
            <a:endParaRPr lang="en-US" altLang="en-US" sz="3200" dirty="0">
              <a:latin typeface="+mn-lt"/>
            </a:endParaRPr>
          </a:p>
          <a:p>
            <a:pPr eaLnBrk="1" hangingPunct="1"/>
            <a:r>
              <a:rPr lang="en-US" altLang="en-US" sz="3200" dirty="0" err="1">
                <a:latin typeface="+mn-lt"/>
              </a:rPr>
              <a:t>StaffNo</a:t>
            </a:r>
            <a:r>
              <a:rPr lang="en-US" altLang="en-US" sz="3200" dirty="0">
                <a:latin typeface="+mn-lt"/>
              </a:rPr>
              <a:t>     		</a:t>
            </a:r>
            <a:r>
              <a:rPr lang="en-US" altLang="en-US" sz="3200" dirty="0" err="1">
                <a:latin typeface="+mn-lt"/>
              </a:rPr>
              <a:t>StaffNo</a:t>
            </a:r>
            <a:endParaRPr lang="en-US" altLang="en-US" sz="3200" b="1" u="sng" dirty="0">
              <a:latin typeface="+mn-lt"/>
            </a:endParaRPr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C32C7654-8746-14FC-D8C1-92F3AC646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36517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364" name="Line 4">
            <a:extLst>
              <a:ext uri="{FF2B5EF4-FFF2-40B4-BE49-F238E27FC236}">
                <a16:creationId xmlns:a16="http://schemas.microsoft.com/office/drawing/2014/main" id="{0548B029-7CCB-B5C9-F2E9-2EF0AF44B9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876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E750785B-2727-95C2-47A1-BC77E49A6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744686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EBACE67-3B0F-9658-6092-26B105F84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In the process of Normalization we are more interested in  the </a:t>
            </a:r>
            <a:r>
              <a:rPr lang="en-US" altLang="en-US" b="1" u="sng" dirty="0" err="1">
                <a:latin typeface="+mn-lt"/>
              </a:rPr>
              <a:t>NonTrivial</a:t>
            </a:r>
            <a:r>
              <a:rPr lang="en-US" altLang="en-US" b="1" u="sng" dirty="0">
                <a:latin typeface="+mn-lt"/>
              </a:rPr>
              <a:t> Dependencies.</a:t>
            </a:r>
          </a:p>
          <a:p>
            <a:pPr eaLnBrk="1" hangingPunct="1"/>
            <a:r>
              <a:rPr lang="en-US" altLang="en-US" b="1" u="sng" dirty="0">
                <a:latin typeface="+mn-lt"/>
              </a:rPr>
              <a:t>Those which are not  trivial.</a:t>
            </a:r>
          </a:p>
        </p:txBody>
      </p:sp>
      <p:graphicFrame>
        <p:nvGraphicFramePr>
          <p:cNvPr id="19459" name="Group 3">
            <a:extLst>
              <a:ext uri="{FF2B5EF4-FFF2-40B4-BE49-F238E27FC236}">
                <a16:creationId xmlns:a16="http://schemas.microsoft.com/office/drawing/2014/main" id="{DBC309E7-4E83-1569-637F-8080A26A5A8E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3886200"/>
          <a:ext cx="7848600" cy="584200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Charged_hours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igh Tower Text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99" name="Line 15">
            <a:extLst>
              <a:ext uri="{FF2B5EF4-FFF2-40B4-BE49-F238E27FC236}">
                <a16:creationId xmlns:a16="http://schemas.microsoft.com/office/drawing/2014/main" id="{E0053324-5CD6-43E4-B0C7-B41E32733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495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0" name="Line 16">
            <a:extLst>
              <a:ext uri="{FF2B5EF4-FFF2-40B4-BE49-F238E27FC236}">
                <a16:creationId xmlns:a16="http://schemas.microsoft.com/office/drawing/2014/main" id="{978B4110-8951-1229-FDEA-97A4AA51C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334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1" name="Line 17">
            <a:extLst>
              <a:ext uri="{FF2B5EF4-FFF2-40B4-BE49-F238E27FC236}">
                <a16:creationId xmlns:a16="http://schemas.microsoft.com/office/drawing/2014/main" id="{9941AEB6-8011-BAAA-373A-8A2335E2D4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4495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2" name="Line 18">
            <a:extLst>
              <a:ext uri="{FF2B5EF4-FFF2-40B4-BE49-F238E27FC236}">
                <a16:creationId xmlns:a16="http://schemas.microsoft.com/office/drawing/2014/main" id="{C2770405-28E5-0097-2AED-F75DF4F538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495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03" name="Line 19">
            <a:extLst>
              <a:ext uri="{FF2B5EF4-FFF2-40B4-BE49-F238E27FC236}">
                <a16:creationId xmlns:a16="http://schemas.microsoft.com/office/drawing/2014/main" id="{5E5491EA-BA95-8645-7A07-E88823F19E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4419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41B50E7-D089-4DF9-77BF-F551868A1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3143" y="533400"/>
            <a:ext cx="11201399" cy="5475514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latin typeface="High Tower Text" panose="02040502050506030303" pitchFamily="18" charset="0"/>
              </a:rPr>
              <a:t>Identifying the Primary Key for a relation  using Functional Dependencies:</a:t>
            </a:r>
          </a:p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Suppose we have a relation called as  </a:t>
            </a:r>
            <a:r>
              <a:rPr lang="en-US" altLang="en-US" b="1" dirty="0" err="1">
                <a:latin typeface="High Tower Text" panose="02040502050506030303" pitchFamily="18" charset="0"/>
              </a:rPr>
              <a:t>staffbranch</a:t>
            </a:r>
            <a:r>
              <a:rPr lang="en-US" altLang="en-US" dirty="0">
                <a:latin typeface="High Tower Text" panose="02040502050506030303" pitchFamily="18" charset="0"/>
              </a:rPr>
              <a:t>(</a:t>
            </a:r>
            <a:r>
              <a:rPr lang="en-US" altLang="en-US" b="1" dirty="0" err="1">
                <a:latin typeface="High Tower Text" panose="02040502050506030303" pitchFamily="18" charset="0"/>
              </a:rPr>
              <a:t>staffno</a:t>
            </a:r>
            <a:r>
              <a:rPr lang="en-US" altLang="en-US" dirty="0" err="1">
                <a:latin typeface="High Tower Text" panose="02040502050506030303" pitchFamily="18" charset="0"/>
              </a:rPr>
              <a:t>,sname,position,salary,branchno,baddress</a:t>
            </a:r>
            <a:r>
              <a:rPr lang="en-US" altLang="en-US" dirty="0">
                <a:latin typeface="High Tower Text" panose="02040502050506030303" pitchFamily="18" charset="0"/>
              </a:rPr>
              <a:t>).</a:t>
            </a:r>
          </a:p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Given the </a:t>
            </a:r>
            <a:r>
              <a:rPr lang="en-US" altLang="en-US" u="sng" dirty="0">
                <a:latin typeface="High Tower Text" panose="02040502050506030303" pitchFamily="18" charset="0"/>
              </a:rPr>
              <a:t>functional Dependencies</a:t>
            </a:r>
            <a:r>
              <a:rPr lang="en-US" altLang="en-US" dirty="0">
                <a:latin typeface="High Tower Text" panose="02040502050506030303" pitchFamily="18" charset="0"/>
              </a:rPr>
              <a:t> on this relation are:</a:t>
            </a:r>
          </a:p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 </a:t>
            </a:r>
            <a:r>
              <a:rPr lang="en-US" altLang="en-US" dirty="0" err="1">
                <a:latin typeface="High Tower Text" panose="02040502050506030303" pitchFamily="18" charset="0"/>
              </a:rPr>
              <a:t>staffno</a:t>
            </a:r>
            <a:r>
              <a:rPr lang="en-US" altLang="en-US" dirty="0">
                <a:latin typeface="High Tower Text" panose="02040502050506030303" pitchFamily="18" charset="0"/>
              </a:rPr>
              <a:t>       		</a:t>
            </a:r>
            <a:r>
              <a:rPr lang="en-US" altLang="en-US" dirty="0" err="1">
                <a:latin typeface="High Tower Text" panose="02040502050506030303" pitchFamily="18" charset="0"/>
              </a:rPr>
              <a:t>sname,position,salary,branchno,address</a:t>
            </a:r>
            <a:endParaRPr lang="en-US" altLang="en-US" dirty="0">
              <a:latin typeface="High Tower Text" panose="02040502050506030303" pitchFamily="18" charset="0"/>
            </a:endParaRPr>
          </a:p>
          <a:p>
            <a:pPr eaLnBrk="1" hangingPunct="1"/>
            <a:r>
              <a:rPr lang="en-US" altLang="en-US" dirty="0" err="1">
                <a:latin typeface="High Tower Text" panose="02040502050506030303" pitchFamily="18" charset="0"/>
              </a:rPr>
              <a:t>Branchno</a:t>
            </a:r>
            <a:r>
              <a:rPr lang="en-US" altLang="en-US" dirty="0">
                <a:latin typeface="High Tower Text" panose="02040502050506030303" pitchFamily="18" charset="0"/>
              </a:rPr>
              <a:t>      		 </a:t>
            </a:r>
            <a:r>
              <a:rPr lang="en-US" altLang="en-US" dirty="0" err="1">
                <a:latin typeface="High Tower Text" panose="02040502050506030303" pitchFamily="18" charset="0"/>
              </a:rPr>
              <a:t>baddress</a:t>
            </a:r>
            <a:endParaRPr lang="en-US" altLang="en-US" dirty="0">
              <a:latin typeface="High Tower Text" panose="02040502050506030303" pitchFamily="18" charset="0"/>
            </a:endParaRPr>
          </a:p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 </a:t>
            </a:r>
            <a:r>
              <a:rPr lang="en-US" altLang="en-US" dirty="0" err="1">
                <a:latin typeface="High Tower Text" panose="02040502050506030303" pitchFamily="18" charset="0"/>
              </a:rPr>
              <a:t>baddress</a:t>
            </a:r>
            <a:r>
              <a:rPr lang="en-US" altLang="en-US" dirty="0">
                <a:latin typeface="High Tower Text" panose="02040502050506030303" pitchFamily="18" charset="0"/>
              </a:rPr>
              <a:t>      		</a:t>
            </a:r>
            <a:r>
              <a:rPr lang="en-US" altLang="en-US" dirty="0" err="1">
                <a:latin typeface="High Tower Text" panose="02040502050506030303" pitchFamily="18" charset="0"/>
              </a:rPr>
              <a:t>branchno</a:t>
            </a:r>
            <a:endParaRPr lang="en-US" altLang="en-US" dirty="0">
              <a:latin typeface="High Tower Text" panose="02040502050506030303" pitchFamily="18" charset="0"/>
            </a:endParaRPr>
          </a:p>
          <a:p>
            <a:pPr eaLnBrk="1" hangingPunct="1"/>
            <a:r>
              <a:rPr lang="en-US" altLang="en-US" dirty="0" err="1">
                <a:latin typeface="High Tower Text" panose="02040502050506030303" pitchFamily="18" charset="0"/>
              </a:rPr>
              <a:t>Branchno,position</a:t>
            </a:r>
            <a:r>
              <a:rPr lang="en-US" altLang="en-US" dirty="0">
                <a:latin typeface="High Tower Text" panose="02040502050506030303" pitchFamily="18" charset="0"/>
              </a:rPr>
              <a:t>     	salary</a:t>
            </a:r>
          </a:p>
          <a:p>
            <a:pPr eaLnBrk="1" hangingPunct="1"/>
            <a:r>
              <a:rPr lang="en-US" altLang="en-US" dirty="0" err="1">
                <a:latin typeface="High Tower Text" panose="02040502050506030303" pitchFamily="18" charset="0"/>
              </a:rPr>
              <a:t>Baddress</a:t>
            </a:r>
            <a:r>
              <a:rPr lang="en-US" altLang="en-US" dirty="0">
                <a:latin typeface="High Tower Text" panose="02040502050506030303" pitchFamily="18" charset="0"/>
              </a:rPr>
              <a:t> position      	salary</a:t>
            </a:r>
          </a:p>
        </p:txBody>
      </p:sp>
      <p:sp>
        <p:nvSpPr>
          <p:cNvPr id="17411" name="Line 3">
            <a:extLst>
              <a:ext uri="{FF2B5EF4-FFF2-40B4-BE49-F238E27FC236}">
                <a16:creationId xmlns:a16="http://schemas.microsoft.com/office/drawing/2014/main" id="{5867BFD1-6FAA-947E-20CD-FF99045D93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2028" y="3657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28846837-7A36-3A18-9FC8-F22A9EC65E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2028" y="415834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883EE736-8CDF-5CF1-D70E-11456E36C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1771" y="4648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415" name="Line 7">
            <a:extLst>
              <a:ext uri="{FF2B5EF4-FFF2-40B4-BE49-F238E27FC236}">
                <a16:creationId xmlns:a16="http://schemas.microsoft.com/office/drawing/2014/main" id="{1B757AE8-B098-E3BF-F4F2-225951ABAA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1771" y="5181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Line 3">
            <a:extLst>
              <a:ext uri="{FF2B5EF4-FFF2-40B4-BE49-F238E27FC236}">
                <a16:creationId xmlns:a16="http://schemas.microsoft.com/office/drawing/2014/main" id="{E6BF4AFE-062B-96BC-B84F-2566E41316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2028" y="3124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C1FFBE8-1314-ED42-E4C2-A06460FBE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0668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en-US" b="1" i="1" u="sng">
                <a:latin typeface="High Tower Text" panose="02040502050506030303" pitchFamily="18" charset="0"/>
              </a:rPr>
              <a:t>Types of functional dependency:</a:t>
            </a:r>
          </a:p>
          <a:p>
            <a:pPr eaLnBrk="1" hangingPunct="1"/>
            <a:endParaRPr lang="en-US" altLang="en-US" b="1" i="1" u="sng">
              <a:latin typeface="High Tower Text" panose="02040502050506030303" pitchFamily="18" charset="0"/>
            </a:endParaRPr>
          </a:p>
          <a:p>
            <a:pPr eaLnBrk="1" hangingPunct="1"/>
            <a:r>
              <a:rPr lang="en-US" altLang="en-US" b="1">
                <a:latin typeface="High Tower Text" panose="02040502050506030303" pitchFamily="18" charset="0"/>
              </a:rPr>
              <a:t>Fully functionally dependent</a:t>
            </a:r>
          </a:p>
          <a:p>
            <a:pPr eaLnBrk="1" hangingPunct="1"/>
            <a:r>
              <a:rPr lang="en-US" altLang="en-US" b="1">
                <a:latin typeface="High Tower Text" panose="02040502050506030303" pitchFamily="18" charset="0"/>
              </a:rPr>
              <a:t>Partial dependency</a:t>
            </a:r>
          </a:p>
          <a:p>
            <a:pPr eaLnBrk="1" hangingPunct="1"/>
            <a:r>
              <a:rPr lang="en-US" altLang="en-US" b="1">
                <a:latin typeface="High Tower Text" panose="02040502050506030303" pitchFamily="18" charset="0"/>
              </a:rPr>
              <a:t>Transitive  dependency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A17556A-519D-349D-CBB3-4376151CF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en-US" b="1" u="sng">
                <a:latin typeface="High Tower Text" panose="02040502050506030303" pitchFamily="18" charset="0"/>
              </a:rPr>
              <a:t>Fully functionally dependent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08EFE75-E1DB-6EEC-FFA2-1E0E97952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17701"/>
            <a:ext cx="10515600" cy="2327728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Given a relational scheme R and an F.D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</a:rPr>
              <a:t>    X           Y ,</a:t>
            </a:r>
            <a:r>
              <a:rPr lang="en-US" altLang="en-US" b="1" dirty="0">
                <a:latin typeface="High Tower Text" panose="02040502050506030303" pitchFamily="18" charset="0"/>
              </a:rPr>
              <a:t>Y is fully functionally dependent on X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</a:rPr>
              <a:t>if there is no Z where Z is a proper subset of X such that Z           Y</a:t>
            </a: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B3228B21-441B-EDF0-6351-18E55AF10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1085" y="2645229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991E84AD-335E-A9C9-2706-4176C6D7B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7397" y="3167743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F700488-B20F-DA6C-A0E6-9ADC822A2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9229" y="381000"/>
            <a:ext cx="10308771" cy="1143000"/>
          </a:xfrm>
        </p:spPr>
        <p:txBody>
          <a:bodyPr/>
          <a:lstStyle/>
          <a:p>
            <a:pPr algn="l" eaLnBrk="1" hangingPunct="1"/>
            <a:r>
              <a:rPr lang="en-US" altLang="en-US" sz="3600" b="1" dirty="0">
                <a:latin typeface="High Tower Text" panose="02040502050506030303" pitchFamily="18" charset="0"/>
              </a:rPr>
              <a:t>An example for  Fully functionally dependent</a:t>
            </a:r>
          </a:p>
        </p:txBody>
      </p:sp>
      <p:graphicFrame>
        <p:nvGraphicFramePr>
          <p:cNvPr id="27651" name="Group 3">
            <a:extLst>
              <a:ext uri="{FF2B5EF4-FFF2-40B4-BE49-F238E27FC236}">
                <a16:creationId xmlns:a16="http://schemas.microsoft.com/office/drawing/2014/main" id="{B12211C0-1BB3-AFBF-AC38-94B47392D019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905000"/>
          <a:ext cx="7848600" cy="584200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RollNO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Grade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95" name="Line 15">
            <a:extLst>
              <a:ext uri="{FF2B5EF4-FFF2-40B4-BE49-F238E27FC236}">
                <a16:creationId xmlns:a16="http://schemas.microsoft.com/office/drawing/2014/main" id="{260C7866-A0A6-7EDB-B36C-7A94FF35C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4290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6" name="Line 16">
            <a:extLst>
              <a:ext uri="{FF2B5EF4-FFF2-40B4-BE49-F238E27FC236}">
                <a16:creationId xmlns:a16="http://schemas.microsoft.com/office/drawing/2014/main" id="{7101D0A4-5C66-F76C-8468-31A2D83ED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58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7" name="Line 17">
            <a:extLst>
              <a:ext uri="{FF2B5EF4-FFF2-40B4-BE49-F238E27FC236}">
                <a16:creationId xmlns:a16="http://schemas.microsoft.com/office/drawing/2014/main" id="{D0F446ED-A6C9-3E20-493A-41C3C457E3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8" name="Line 18">
            <a:extLst>
              <a:ext uri="{FF2B5EF4-FFF2-40B4-BE49-F238E27FC236}">
                <a16:creationId xmlns:a16="http://schemas.microsoft.com/office/drawing/2014/main" id="{2C1140A4-0200-6944-B322-D6AAF0807E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4384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9" name="Line 19">
            <a:extLst>
              <a:ext uri="{FF2B5EF4-FFF2-40B4-BE49-F238E27FC236}">
                <a16:creationId xmlns:a16="http://schemas.microsoft.com/office/drawing/2014/main" id="{BB10448C-1EF3-91C6-9097-586A5CA318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500" name="Text Box 20">
            <a:extLst>
              <a:ext uri="{FF2B5EF4-FFF2-40B4-BE49-F238E27FC236}">
                <a16:creationId xmlns:a16="http://schemas.microsoft.com/office/drawing/2014/main" id="{064D4FCE-51E1-E915-9E8B-0A2D9DF80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114799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igh Tower Text" panose="02040502050506030303" pitchFamily="18" charset="0"/>
              </a:rPr>
              <a:t>Rollno  </a:t>
            </a:r>
          </a:p>
        </p:txBody>
      </p:sp>
      <p:sp>
        <p:nvSpPr>
          <p:cNvPr id="20501" name="Line 21">
            <a:extLst>
              <a:ext uri="{FF2B5EF4-FFF2-40B4-BE49-F238E27FC236}">
                <a16:creationId xmlns:a16="http://schemas.microsoft.com/office/drawing/2014/main" id="{109F06BD-CA0E-590A-FC19-564B5C428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4657" y="434339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502" name="Text Box 22">
            <a:extLst>
              <a:ext uri="{FF2B5EF4-FFF2-40B4-BE49-F238E27FC236}">
                <a16:creationId xmlns:a16="http://schemas.microsoft.com/office/drawing/2014/main" id="{9807C34B-D6F6-B0BF-0537-EFF7D42FA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114799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 err="1">
                <a:latin typeface="High Tower Text" panose="02040502050506030303" pitchFamily="18" charset="0"/>
              </a:rPr>
              <a:t>Name,Address,Grade</a:t>
            </a:r>
            <a:endParaRPr lang="en-US" altLang="en-US" sz="2400" b="1" dirty="0">
              <a:latin typeface="High Tower Text" panose="02040502050506030303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3443A6D-98F1-76E2-D864-C5C41F01B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8458200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Partial</a:t>
            </a:r>
            <a:r>
              <a:rPr lang="en-US" dirty="0">
                <a:latin typeface="High Tower Text" pitchFamily="18" charset="0"/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Dependency	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8CC8882-D479-5139-C03F-8D9E97702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087" y="1371600"/>
            <a:ext cx="10025742" cy="3418114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Its is one in which  an attribute is functionally  dependent  on only a part of a </a:t>
            </a:r>
            <a:r>
              <a:rPr lang="en-US" altLang="en-US" u="sng" dirty="0">
                <a:latin typeface="High Tower Text" panose="02040502050506030303" pitchFamily="18" charset="0"/>
              </a:rPr>
              <a:t>multi-attribute primary key.</a:t>
            </a:r>
          </a:p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Given a relational scheme </a:t>
            </a:r>
            <a:r>
              <a:rPr lang="en-US" altLang="en-US" b="1" dirty="0">
                <a:latin typeface="High Tower Text" panose="02040502050506030303" pitchFamily="18" charset="0"/>
              </a:rPr>
              <a:t>R</a:t>
            </a:r>
            <a:r>
              <a:rPr lang="en-US" altLang="en-US" dirty="0">
                <a:latin typeface="High Tower Text" panose="02040502050506030303" pitchFamily="18" charset="0"/>
              </a:rPr>
              <a:t> with functional dependencies  </a:t>
            </a:r>
            <a:r>
              <a:rPr lang="en-US" altLang="en-US" b="1" dirty="0">
                <a:latin typeface="High Tower Text" panose="02040502050506030303" pitchFamily="18" charset="0"/>
              </a:rPr>
              <a:t>F</a:t>
            </a:r>
            <a:r>
              <a:rPr lang="en-US" altLang="en-US" dirty="0">
                <a:latin typeface="High Tower Text" panose="02040502050506030303" pitchFamily="18" charset="0"/>
              </a:rPr>
              <a:t> defined  on the attributes  of R and </a:t>
            </a:r>
            <a:r>
              <a:rPr lang="en-US" altLang="en-US" b="1" dirty="0">
                <a:latin typeface="High Tower Text" panose="02040502050506030303" pitchFamily="18" charset="0"/>
              </a:rPr>
              <a:t>K</a:t>
            </a:r>
            <a:r>
              <a:rPr lang="en-US" altLang="en-US" dirty="0">
                <a:latin typeface="High Tower Text" panose="02040502050506030303" pitchFamily="18" charset="0"/>
              </a:rPr>
              <a:t> as a </a:t>
            </a:r>
            <a:r>
              <a:rPr lang="en-US" altLang="en-US" b="1" u="sng" dirty="0">
                <a:latin typeface="High Tower Text" panose="02040502050506030303" pitchFamily="18" charset="0"/>
              </a:rPr>
              <a:t>Candidate Key,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</a:rPr>
              <a:t>           if X is a proper subset of K   and   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</a:rPr>
              <a:t>                      X             A </a:t>
            </a:r>
            <a:r>
              <a:rPr lang="en-US" altLang="en-US" b="1" dirty="0">
                <a:latin typeface="High Tower Text" panose="02040502050506030303" pitchFamily="18" charset="0"/>
              </a:rPr>
              <a:t>,</a:t>
            </a:r>
            <a:r>
              <a:rPr lang="en-US" altLang="en-US" dirty="0">
                <a:latin typeface="High Tower Text" panose="02040502050506030303" pitchFamily="18" charset="0"/>
              </a:rPr>
              <a:t>  </a:t>
            </a:r>
            <a:r>
              <a:rPr lang="en-US" altLang="en-US" b="1" u="sng" dirty="0">
                <a:latin typeface="High Tower Text" panose="02040502050506030303" pitchFamily="18" charset="0"/>
              </a:rPr>
              <a:t>then A  is said to be partially dependent on K.</a:t>
            </a:r>
          </a:p>
          <a:p>
            <a:pPr eaLnBrk="1" hangingPunct="1"/>
            <a:endParaRPr lang="en-US" altLang="en-US" b="1" u="sng" dirty="0">
              <a:latin typeface="High Tower Text" panose="02040502050506030303" pitchFamily="18" charset="0"/>
            </a:endParaRPr>
          </a:p>
        </p:txBody>
      </p:sp>
      <p:sp>
        <p:nvSpPr>
          <p:cNvPr id="21508" name="Line 4">
            <a:extLst>
              <a:ext uri="{FF2B5EF4-FFF2-40B4-BE49-F238E27FC236}">
                <a16:creationId xmlns:a16="http://schemas.microsoft.com/office/drawing/2014/main" id="{8529ADFA-93F2-52D0-B13F-7C283C4C0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28" y="3897086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Group 2">
            <a:extLst>
              <a:ext uri="{FF2B5EF4-FFF2-40B4-BE49-F238E27FC236}">
                <a16:creationId xmlns:a16="http://schemas.microsoft.com/office/drawing/2014/main" id="{B54E3106-442D-C37B-E9BE-2EED3686642F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1092200"/>
          <a:ext cx="8534400" cy="1041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41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course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grade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Phone_no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Course_dept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546" name="Text Box 18">
            <a:extLst>
              <a:ext uri="{FF2B5EF4-FFF2-40B4-BE49-F238E27FC236}">
                <a16:creationId xmlns:a16="http://schemas.microsoft.com/office/drawing/2014/main" id="{B8FD28C5-1613-6382-CBF8-FD1BB2321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81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High Tower Text" panose="02040502050506030303" pitchFamily="18" charset="0"/>
              </a:rPr>
              <a:t>STUDENT</a:t>
            </a:r>
          </a:p>
        </p:txBody>
      </p:sp>
      <p:sp>
        <p:nvSpPr>
          <p:cNvPr id="22547" name="Text Box 19">
            <a:extLst>
              <a:ext uri="{FF2B5EF4-FFF2-40B4-BE49-F238E27FC236}">
                <a16:creationId xmlns:a16="http://schemas.microsoft.com/office/drawing/2014/main" id="{14EED2DA-E195-3C73-EC98-AFE7AF4FD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362201"/>
            <a:ext cx="8001000" cy="424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3200">
                <a:latin typeface="High Tower Text" panose="02040502050506030303" pitchFamily="18" charset="0"/>
              </a:rPr>
              <a:t>The  set of F.D are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3200">
                <a:latin typeface="High Tower Text" panose="02040502050506030303" pitchFamily="18" charset="0"/>
              </a:rPr>
              <a:t>    1) Name         Phno,Major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3200">
                <a:latin typeface="High Tower Text" panose="02040502050506030303" pitchFamily="18" charset="0"/>
              </a:rPr>
              <a:t>   2)NameCourse             grade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3200">
                <a:latin typeface="High Tower Text" panose="02040502050506030303" pitchFamily="18" charset="0"/>
              </a:rPr>
              <a:t>   3)Course         Course_dept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3200">
              <a:latin typeface="High Tower Text" panose="02040502050506030303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3200" b="1">
                <a:latin typeface="High Tower Text" panose="02040502050506030303" pitchFamily="18" charset="0"/>
              </a:rPr>
              <a:t>1. </a:t>
            </a:r>
            <a:r>
              <a:rPr lang="en-US" altLang="en-US" sz="3200" u="sng">
                <a:latin typeface="High Tower Text" panose="02040502050506030303" pitchFamily="18" charset="0"/>
              </a:rPr>
              <a:t>Identify which is P.D and which one is Fully functionally dependent ? </a:t>
            </a:r>
          </a:p>
          <a:p>
            <a:pPr eaLnBrk="1" hangingPunct="1">
              <a:spcBef>
                <a:spcPct val="50000"/>
              </a:spcBef>
            </a:pPr>
            <a:endParaRPr lang="en-US" altLang="en-US" sz="2400" u="sng">
              <a:latin typeface="High Tower Text" panose="02040502050506030303" pitchFamily="18" charset="0"/>
            </a:endParaRPr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0DF51A11-8AF5-5BBE-1DB6-08CC5D9E9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200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390C1808-EA02-3E0E-12BF-E161DBE94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733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5D9AD9D1-7F83-B0C3-3394-BC4C528B3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267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1" name="Line 23">
            <a:extLst>
              <a:ext uri="{FF2B5EF4-FFF2-40B4-BE49-F238E27FC236}">
                <a16:creationId xmlns:a16="http://schemas.microsoft.com/office/drawing/2014/main" id="{960FD33E-DE28-B5D5-FBC0-4CA08E9D7B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57200"/>
            <a:ext cx="1981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52" name="Text Box 24">
            <a:extLst>
              <a:ext uri="{FF2B5EF4-FFF2-40B4-BE49-F238E27FC236}">
                <a16:creationId xmlns:a16="http://schemas.microsoft.com/office/drawing/2014/main" id="{C42586CF-5E9A-31B9-7B1A-7F02089D0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048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igh Tower Text" panose="02040502050506030303" pitchFamily="18" charset="0"/>
              </a:rPr>
              <a:t>KEY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37B4A25-531F-66B5-EB09-D3BE6BD8C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7772400" cy="6858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b="1" u="sng" dirty="0">
                <a:latin typeface="High Tower Text" panose="02040502050506030303" pitchFamily="18" charset="0"/>
              </a:rPr>
              <a:t>Transitive Dependency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08655BA-9BB9-46A0-E390-FCFB1CDD5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905000"/>
            <a:ext cx="80010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High Tower Text" panose="02040502050506030303" pitchFamily="18" charset="0"/>
              </a:rPr>
              <a:t>Given a relation scheme </a:t>
            </a:r>
            <a:r>
              <a:rPr lang="en-US" altLang="en-US" dirty="0" err="1">
                <a:latin typeface="High Tower Text" panose="02040502050506030303" pitchFamily="18" charset="0"/>
              </a:rPr>
              <a:t>R,with</a:t>
            </a:r>
            <a:r>
              <a:rPr lang="en-US" altLang="en-US" dirty="0">
                <a:latin typeface="High Tower Text" panose="02040502050506030303" pitchFamily="18" charset="0"/>
              </a:rPr>
              <a:t> the F.D ‘s  F defined on the attributes of </a:t>
            </a:r>
            <a:r>
              <a:rPr lang="en-US" altLang="en-US" dirty="0" err="1">
                <a:latin typeface="High Tower Text" panose="02040502050506030303" pitchFamily="18" charset="0"/>
              </a:rPr>
              <a:t>R,Let</a:t>
            </a:r>
            <a:r>
              <a:rPr lang="en-US" altLang="en-US" dirty="0">
                <a:latin typeface="High Tower Text" panose="02040502050506030303" pitchFamily="18" charset="0"/>
              </a:rPr>
              <a:t> X and Y be subsets of </a:t>
            </a:r>
            <a:r>
              <a:rPr lang="en-US" altLang="en-US" dirty="0" err="1">
                <a:latin typeface="High Tower Text" panose="02040502050506030303" pitchFamily="18" charset="0"/>
              </a:rPr>
              <a:t>R,and</a:t>
            </a:r>
            <a:r>
              <a:rPr lang="en-US" altLang="en-US" dirty="0">
                <a:latin typeface="High Tower Text" panose="02040502050506030303" pitchFamily="18" charset="0"/>
              </a:rPr>
              <a:t> let A be an attribute of R such that X </a:t>
            </a:r>
            <a:r>
              <a:rPr lang="en-US" altLang="en-US" dirty="0">
                <a:latin typeface="High Tower Text" panose="02040502050506030303" pitchFamily="18" charset="0"/>
                <a:sym typeface="Symbol" panose="05050102010706020507" pitchFamily="18" charset="2"/>
              </a:rPr>
              <a:t> Y, A  XY.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  <a:sym typeface="Symbol" panose="05050102010706020507" pitchFamily="18" charset="2"/>
              </a:rPr>
              <a:t>    if the set of functional dependencies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  <a:sym typeface="Symbol" panose="05050102010706020507" pitchFamily="18" charset="2"/>
              </a:rPr>
              <a:t>   {  X          Y, Y        A}  is implied by F ,then A is transitively dependent on X.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High Tower Text" panose="02040502050506030303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3556" name="Line 4">
            <a:extLst>
              <a:ext uri="{FF2B5EF4-FFF2-40B4-BE49-F238E27FC236}">
                <a16:creationId xmlns:a16="http://schemas.microsoft.com/office/drawing/2014/main" id="{1511BAB6-2120-02D1-FC66-A7CCC0D5A2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0657" y="431074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557" name="Line 5">
            <a:extLst>
              <a:ext uri="{FF2B5EF4-FFF2-40B4-BE49-F238E27FC236}">
                <a16:creationId xmlns:a16="http://schemas.microsoft.com/office/drawing/2014/main" id="{C596B162-C600-069C-6AAD-4A532A1A19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3772" y="431074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Group 2">
            <a:extLst>
              <a:ext uri="{FF2B5EF4-FFF2-40B4-BE49-F238E27FC236}">
                <a16:creationId xmlns:a16="http://schemas.microsoft.com/office/drawing/2014/main" id="{9112F581-41EC-0C5B-A863-EB91F68C3A85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914400"/>
          <a:ext cx="7467600" cy="6096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Profname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Department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Chairperson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588" name="Text Box 12">
            <a:extLst>
              <a:ext uri="{FF2B5EF4-FFF2-40B4-BE49-F238E27FC236}">
                <a16:creationId xmlns:a16="http://schemas.microsoft.com/office/drawing/2014/main" id="{03E5EC47-264A-ABCD-F75F-446AEB2B1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286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High Tower Text" panose="02040502050506030303" pitchFamily="18" charset="0"/>
              </a:rPr>
              <a:t>Prof_Info</a:t>
            </a:r>
          </a:p>
        </p:txBody>
      </p:sp>
      <p:sp>
        <p:nvSpPr>
          <p:cNvPr id="24589" name="Line 13">
            <a:extLst>
              <a:ext uri="{FF2B5EF4-FFF2-40B4-BE49-F238E27FC236}">
                <a16:creationId xmlns:a16="http://schemas.microsoft.com/office/drawing/2014/main" id="{94440B1A-9D3A-95D8-1C3B-29EAF7AF4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12063D85-76AA-BC98-D35F-52A55695B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286000"/>
            <a:ext cx="586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1" name="Line 15">
            <a:extLst>
              <a:ext uri="{FF2B5EF4-FFF2-40B4-BE49-F238E27FC236}">
                <a16:creationId xmlns:a16="http://schemas.microsoft.com/office/drawing/2014/main" id="{9F109771-9672-2E8F-9B41-DFA4EAC043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2" name="Line 16">
            <a:extLst>
              <a:ext uri="{FF2B5EF4-FFF2-40B4-BE49-F238E27FC236}">
                <a16:creationId xmlns:a16="http://schemas.microsoft.com/office/drawing/2014/main" id="{95C558C7-30E4-5A94-246E-B53350B308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524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24593" name="Group 17">
            <a:extLst>
              <a:ext uri="{FF2B5EF4-FFF2-40B4-BE49-F238E27FC236}">
                <a16:creationId xmlns:a16="http://schemas.microsoft.com/office/drawing/2014/main" id="{A2790861-986C-22C4-737D-D8026C1F79B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357688"/>
            <a:ext cx="5308600" cy="595312"/>
            <a:chOff x="672" y="2217"/>
            <a:chExt cx="3344" cy="375"/>
          </a:xfrm>
        </p:grpSpPr>
        <p:sp>
          <p:nvSpPr>
            <p:cNvPr id="24602" name="Line 18">
              <a:extLst>
                <a:ext uri="{FF2B5EF4-FFF2-40B4-BE49-F238E27FC236}">
                  <a16:creationId xmlns:a16="http://schemas.microsoft.com/office/drawing/2014/main" id="{CF76FD35-E7AD-AAFB-41CD-F2DD5AD08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40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03" name="Rectangle 19">
              <a:extLst>
                <a:ext uri="{FF2B5EF4-FFF2-40B4-BE49-F238E27FC236}">
                  <a16:creationId xmlns:a16="http://schemas.microsoft.com/office/drawing/2014/main" id="{4B862478-5FD0-B1EB-4D17-79B3D6FA3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17"/>
              <a:ext cx="12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800" b="1">
                  <a:latin typeface="High Tower Text" panose="02040502050506030303" pitchFamily="18" charset="0"/>
                </a:rPr>
                <a:t>Department</a:t>
              </a:r>
            </a:p>
          </p:txBody>
        </p:sp>
        <p:sp>
          <p:nvSpPr>
            <p:cNvPr id="24604" name="Rectangle 20">
              <a:extLst>
                <a:ext uri="{FF2B5EF4-FFF2-40B4-BE49-F238E27FC236}">
                  <a16:creationId xmlns:a16="http://schemas.microsoft.com/office/drawing/2014/main" id="{77CE7ADB-8F9E-8492-61C9-DF46A3828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265"/>
              <a:ext cx="12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 b="1">
                  <a:latin typeface="High Tower Text" panose="02040502050506030303" pitchFamily="18" charset="0"/>
                </a:rPr>
                <a:t>Chairperson</a:t>
              </a:r>
            </a:p>
          </p:txBody>
        </p:sp>
      </p:grpSp>
      <p:grpSp>
        <p:nvGrpSpPr>
          <p:cNvPr id="24594" name="Group 21">
            <a:extLst>
              <a:ext uri="{FF2B5EF4-FFF2-40B4-BE49-F238E27FC236}">
                <a16:creationId xmlns:a16="http://schemas.microsoft.com/office/drawing/2014/main" id="{2FC1DAE6-9DC6-E052-5795-9114DE5C765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653519"/>
            <a:ext cx="4589463" cy="595313"/>
            <a:chOff x="912" y="3033"/>
            <a:chExt cx="2891" cy="375"/>
          </a:xfrm>
        </p:grpSpPr>
        <p:sp>
          <p:nvSpPr>
            <p:cNvPr id="24599" name="Rectangle 22">
              <a:extLst>
                <a:ext uri="{FF2B5EF4-FFF2-40B4-BE49-F238E27FC236}">
                  <a16:creationId xmlns:a16="http://schemas.microsoft.com/office/drawing/2014/main" id="{C94AAD48-867C-1CCD-D5CD-21664506A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033"/>
              <a:ext cx="10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800" b="1" dirty="0" err="1">
                  <a:latin typeface="High Tower Text" panose="02040502050506030303" pitchFamily="18" charset="0"/>
                </a:rPr>
                <a:t>Profname</a:t>
              </a:r>
              <a:endParaRPr lang="en-US" altLang="en-US" sz="2800" b="1" dirty="0">
                <a:latin typeface="High Tower Text" panose="02040502050506030303" pitchFamily="18" charset="0"/>
              </a:endParaRPr>
            </a:p>
          </p:txBody>
        </p:sp>
        <p:sp>
          <p:nvSpPr>
            <p:cNvPr id="24600" name="Rectangle 23">
              <a:extLst>
                <a:ext uri="{FF2B5EF4-FFF2-40B4-BE49-F238E27FC236}">
                  <a16:creationId xmlns:a16="http://schemas.microsoft.com/office/drawing/2014/main" id="{87CF0CAE-B693-FB08-B447-12F6D2B3C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081"/>
              <a:ext cx="12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 b="1">
                  <a:latin typeface="High Tower Text" panose="02040502050506030303" pitchFamily="18" charset="0"/>
                </a:rPr>
                <a:t>Department</a:t>
              </a:r>
            </a:p>
          </p:txBody>
        </p:sp>
        <p:sp>
          <p:nvSpPr>
            <p:cNvPr id="24601" name="Line 24">
              <a:extLst>
                <a:ext uri="{FF2B5EF4-FFF2-40B4-BE49-F238E27FC236}">
                  <a16:creationId xmlns:a16="http://schemas.microsoft.com/office/drawing/2014/main" id="{C97C1A6F-F2AA-5650-5874-04D4E1AA6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595" name="Text Box 25">
            <a:extLst>
              <a:ext uri="{FF2B5EF4-FFF2-40B4-BE49-F238E27FC236}">
                <a16:creationId xmlns:a16="http://schemas.microsoft.com/office/drawing/2014/main" id="{6C4399C1-03EE-B682-5261-8833B8B15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1" y="29718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High Tower Text" panose="02040502050506030303" pitchFamily="18" charset="0"/>
              </a:rPr>
              <a:t>The 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Fd’s</a:t>
            </a:r>
            <a:r>
              <a:rPr lang="en-US" altLang="en-US" sz="2400" b="1" dirty="0">
                <a:latin typeface="High Tower Text" panose="02040502050506030303" pitchFamily="18" charset="0"/>
              </a:rPr>
              <a:t> are :</a:t>
            </a:r>
          </a:p>
        </p:txBody>
      </p:sp>
      <p:sp>
        <p:nvSpPr>
          <p:cNvPr id="24596" name="Text Box 26">
            <a:extLst>
              <a:ext uri="{FF2B5EF4-FFF2-40B4-BE49-F238E27FC236}">
                <a16:creationId xmlns:a16="http://schemas.microsoft.com/office/drawing/2014/main" id="{7ABD4D1F-FC69-5596-E7D8-A37AD5256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326517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 err="1">
                <a:latin typeface="High Tower Text" panose="02040502050506030303" pitchFamily="18" charset="0"/>
              </a:rPr>
              <a:t>Profname</a:t>
            </a:r>
            <a:r>
              <a:rPr lang="en-US" altLang="en-US" sz="2400" b="1" dirty="0">
                <a:latin typeface="High Tower Text" panose="02040502050506030303" pitchFamily="18" charset="0"/>
              </a:rPr>
              <a:t>           </a:t>
            </a:r>
          </a:p>
        </p:txBody>
      </p:sp>
      <p:sp>
        <p:nvSpPr>
          <p:cNvPr id="24597" name="Line 27">
            <a:extLst>
              <a:ext uri="{FF2B5EF4-FFF2-40B4-BE49-F238E27FC236}">
                <a16:creationId xmlns:a16="http://schemas.microsoft.com/office/drawing/2014/main" id="{4A739A30-8C78-BA8C-95F8-FE513D998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7038" y="55173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8" name="Rectangle 28">
            <a:extLst>
              <a:ext uri="{FF2B5EF4-FFF2-40B4-BE49-F238E27FC236}">
                <a16:creationId xmlns:a16="http://schemas.microsoft.com/office/drawing/2014/main" id="{561BD02F-F47D-1E3C-4ED1-6A291E9E9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1" y="5206774"/>
            <a:ext cx="203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b="1" dirty="0">
                <a:latin typeface="High Tower Text" panose="02040502050506030303" pitchFamily="18" charset="0"/>
              </a:rPr>
              <a:t>Chairperson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937BFEE-DAD0-04AA-3A5C-E9C29D7E9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C0C0C0"/>
                  </a:outerShdw>
                </a:effectLst>
                <a:latin typeface="High Tower Text" pitchFamily="18" charset="0"/>
              </a:rPr>
              <a:t>First Normal Form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5516ADB-E91E-DB40-52A3-D367BB8C4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382000" cy="4572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High Tower Text" panose="02040502050506030303" pitchFamily="18" charset="0"/>
              </a:rPr>
              <a:t>A relational schema is said to be in </a:t>
            </a:r>
            <a:r>
              <a:rPr lang="en-US" altLang="en-US" b="1" u="sng">
                <a:latin typeface="High Tower Text" panose="02040502050506030303" pitchFamily="18" charset="0"/>
              </a:rPr>
              <a:t>First Normal Form (1NF),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High Tower Text" panose="02040502050506030303" pitchFamily="18" charset="0"/>
              </a:rPr>
              <a:t>     1)</a:t>
            </a:r>
            <a:r>
              <a:rPr lang="en-US" altLang="en-US">
                <a:latin typeface="High Tower Text" panose="02040502050506030303" pitchFamily="18" charset="0"/>
              </a:rPr>
              <a:t>All the Key attributes are defined.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High Tower Text" panose="02040502050506030303" pitchFamily="18" charset="0"/>
              </a:rPr>
              <a:t>     2)</a:t>
            </a:r>
            <a:r>
              <a:rPr lang="en-US" altLang="en-US">
                <a:latin typeface="High Tower Text" panose="02040502050506030303" pitchFamily="18" charset="0"/>
              </a:rPr>
              <a:t>No repeating Groups in the table.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High Tower Text" panose="02040502050506030303" pitchFamily="18" charset="0"/>
              </a:rPr>
              <a:t>         (</a:t>
            </a:r>
            <a:r>
              <a:rPr lang="en-US" altLang="en-US">
                <a:latin typeface="High Tower Text" panose="02040502050506030303" pitchFamily="18" charset="0"/>
              </a:rPr>
              <a:t>A row-Column intersection has a single      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High Tower Text" panose="02040502050506030303" pitchFamily="18" charset="0"/>
              </a:rPr>
              <a:t>           value</a:t>
            </a:r>
            <a:r>
              <a:rPr lang="en-US" altLang="en-US" b="1">
                <a:latin typeface="High Tower Text" panose="02040502050506030303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en-US" b="1">
                <a:latin typeface="High Tower Text" panose="02040502050506030303" pitchFamily="18" charset="0"/>
              </a:rPr>
              <a:t>     3)</a:t>
            </a:r>
            <a:r>
              <a:rPr lang="en-US" altLang="en-US">
                <a:latin typeface="High Tower Text" panose="02040502050506030303" pitchFamily="18" charset="0"/>
              </a:rPr>
              <a:t>All attributes are dependent on the   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High Tower Text" panose="02040502050506030303" pitchFamily="18" charset="0"/>
              </a:rPr>
              <a:t>         primary key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Group 2">
            <a:extLst>
              <a:ext uri="{FF2B5EF4-FFF2-40B4-BE49-F238E27FC236}">
                <a16:creationId xmlns:a16="http://schemas.microsoft.com/office/drawing/2014/main" id="{D105B8B4-00C7-CF34-5DCA-BCD9B8EBA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70446"/>
              </p:ext>
            </p:extLst>
          </p:nvPr>
        </p:nvGraphicFramePr>
        <p:xfrm>
          <a:off x="1524000" y="533400"/>
          <a:ext cx="9144000" cy="5016502"/>
        </p:xfrm>
        <a:graphic>
          <a:graphicData uri="http://schemas.openxmlformats.org/drawingml/2006/table">
            <a:tbl>
              <a:tblPr/>
              <a:tblGrid>
                <a:gridCol w="14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Charged _hours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of hrs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Java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Java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Java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Java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710" name="Text Box 86">
            <a:extLst>
              <a:ext uri="{FF2B5EF4-FFF2-40B4-BE49-F238E27FC236}">
                <a16:creationId xmlns:a16="http://schemas.microsoft.com/office/drawing/2014/main" id="{4D539CE5-FFD2-8784-F424-17FD724D0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714" y="5593446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 dirty="0">
                <a:latin typeface="+mn-lt"/>
              </a:rPr>
              <a:t>INF </a:t>
            </a:r>
          </a:p>
        </p:txBody>
      </p:sp>
      <p:sp>
        <p:nvSpPr>
          <p:cNvPr id="26711" name="Text Box 87">
            <a:extLst>
              <a:ext uri="{FF2B5EF4-FFF2-40B4-BE49-F238E27FC236}">
                <a16:creationId xmlns:a16="http://schemas.microsoft.com/office/drawing/2014/main" id="{6E0DEB9C-D7B7-1216-3E5A-0CEBE9CA5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6114" y="5593446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+mn-lt"/>
              </a:rPr>
              <a:t>1.First form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Group 2">
            <a:extLst>
              <a:ext uri="{FF2B5EF4-FFF2-40B4-BE49-F238E27FC236}">
                <a16:creationId xmlns:a16="http://schemas.microsoft.com/office/drawing/2014/main" id="{FA6BD1BF-E425-F276-97B9-95BC77E01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333624"/>
              </p:ext>
            </p:extLst>
          </p:nvPr>
        </p:nvGraphicFramePr>
        <p:xfrm>
          <a:off x="1763487" y="152400"/>
          <a:ext cx="7794625" cy="5168902"/>
        </p:xfrm>
        <a:graphic>
          <a:graphicData uri="http://schemas.openxmlformats.org/drawingml/2006/table">
            <a:tbl>
              <a:tblPr/>
              <a:tblGrid>
                <a:gridCol w="14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P_num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Charged _hours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of hrs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724" name="Text Box 76">
            <a:extLst>
              <a:ext uri="{FF2B5EF4-FFF2-40B4-BE49-F238E27FC236}">
                <a16:creationId xmlns:a16="http://schemas.microsoft.com/office/drawing/2014/main" id="{C4BF131D-BACE-083A-1D30-E90B6D1E4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885" y="5556251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 dirty="0">
                <a:latin typeface="+mn-lt"/>
              </a:rPr>
              <a:t>INF </a:t>
            </a:r>
          </a:p>
        </p:txBody>
      </p:sp>
      <p:sp>
        <p:nvSpPr>
          <p:cNvPr id="27725" name="Text Box 77">
            <a:extLst>
              <a:ext uri="{FF2B5EF4-FFF2-40B4-BE49-F238E27FC236}">
                <a16:creationId xmlns:a16="http://schemas.microsoft.com/office/drawing/2014/main" id="{BFD1FADC-E7EE-B23E-A667-E85E6F152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828" y="5556251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 dirty="0">
                <a:latin typeface="+mn-lt"/>
              </a:rPr>
              <a:t>Table name</a:t>
            </a:r>
            <a:r>
              <a:rPr lang="en-US" altLang="en-US" sz="2400" b="1" dirty="0">
                <a:latin typeface="+mn-lt"/>
              </a:rPr>
              <a:t>: Employee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Group 2">
            <a:extLst>
              <a:ext uri="{FF2B5EF4-FFF2-40B4-BE49-F238E27FC236}">
                <a16:creationId xmlns:a16="http://schemas.microsoft.com/office/drawing/2014/main" id="{30E2E3DC-C2ED-B465-602E-8723EC05A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966899"/>
              </p:ext>
            </p:extLst>
          </p:nvPr>
        </p:nvGraphicFramePr>
        <p:xfrm>
          <a:off x="2286000" y="609601"/>
          <a:ext cx="3200400" cy="1565275"/>
        </p:xfrm>
        <a:graphic>
          <a:graphicData uri="http://schemas.openxmlformats.org/drawingml/2006/table">
            <a:tbl>
              <a:tblPr/>
              <a:tblGrid>
                <a:gridCol w="164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P_num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P_name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Java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C++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688" name="Text Box 16">
            <a:extLst>
              <a:ext uri="{FF2B5EF4-FFF2-40B4-BE49-F238E27FC236}">
                <a16:creationId xmlns:a16="http://schemas.microsoft.com/office/drawing/2014/main" id="{1D2F50F7-7B33-E9F9-59AF-178289D00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87" y="3429000"/>
            <a:ext cx="1057002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2400" b="1" dirty="0">
                <a:latin typeface="+mn-lt"/>
              </a:rPr>
              <a:t>We remove the repeating  groups  by placing  the  repeating data  along with the copy of the  original key attribute  in a separate relation.</a:t>
            </a:r>
          </a:p>
          <a:p>
            <a:pPr eaLnBrk="1" hangingPunct="1">
              <a:spcBef>
                <a:spcPct val="50000"/>
              </a:spcBef>
            </a:pPr>
            <a:endParaRPr lang="en-US" altLang="en-US" sz="2400" b="1" dirty="0">
              <a:latin typeface="+mn-lt"/>
            </a:endParaRPr>
          </a:p>
        </p:txBody>
      </p:sp>
      <p:sp>
        <p:nvSpPr>
          <p:cNvPr id="28689" name="Text Box 17">
            <a:extLst>
              <a:ext uri="{FF2B5EF4-FFF2-40B4-BE49-F238E27FC236}">
                <a16:creationId xmlns:a16="http://schemas.microsoft.com/office/drawing/2014/main" id="{70161F5E-64B7-D1FA-93CC-4AA7131F3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57200"/>
            <a:ext cx="2209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600" b="1" u="sng" dirty="0">
                <a:latin typeface="+mn-lt"/>
              </a:rPr>
              <a:t>INF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F133063-007F-087C-A742-C6776E502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2885" y="381000"/>
            <a:ext cx="10319657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latin typeface="+mn-lt"/>
              </a:rPr>
              <a:t>A Relation  in </a:t>
            </a:r>
            <a:r>
              <a:rPr lang="en-US" altLang="en-US" b="1" u="sng" dirty="0">
                <a:latin typeface="+mn-lt"/>
              </a:rPr>
              <a:t>1NF  is said to be in 2NF</a:t>
            </a:r>
            <a:r>
              <a:rPr lang="en-US" altLang="en-US" b="1" dirty="0">
                <a:latin typeface="+mn-lt"/>
              </a:rPr>
              <a:t>  if the following conditions are true.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 dirty="0">
              <a:latin typeface="+mn-lt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latin typeface="+mn-lt"/>
              </a:rPr>
              <a:t>1.If  Primary  key consist of only one attribute.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 dirty="0">
              <a:latin typeface="+mn-lt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latin typeface="+mn-lt"/>
              </a:rPr>
              <a:t>2.No non-key attribute  exist in the relation, </a:t>
            </a:r>
            <a:r>
              <a:rPr lang="en-US" altLang="en-US" b="1" dirty="0" err="1">
                <a:latin typeface="+mn-lt"/>
              </a:rPr>
              <a:t>ie</a:t>
            </a:r>
            <a:r>
              <a:rPr lang="en-US" altLang="en-US" b="1" dirty="0">
                <a:latin typeface="+mn-lt"/>
              </a:rPr>
              <a:t>, all the attributes in the relation  are components of the primary key.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 dirty="0">
              <a:latin typeface="+mn-lt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latin typeface="+mn-lt"/>
              </a:rPr>
              <a:t>3.Every non-key attribute is functionally  dependent on the  full set of the  primary key.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6294F8C-5C17-3721-A2B8-15F35EB09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Second Normal Form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271CDB9-7A6E-5B51-E872-B6318A742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60500"/>
            <a:ext cx="10515600" cy="3383643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A  relational scheme is in 2NF if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+mn-lt"/>
              </a:rPr>
              <a:t>		       	1)it is already in 1NF.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+mn-lt"/>
              </a:rPr>
              <a:t>                  	2)No Partial Dependency</a:t>
            </a:r>
          </a:p>
          <a:p>
            <a:pPr eaLnBrk="1" hangingPunct="1"/>
            <a:endParaRPr lang="en-US" altLang="en-US" dirty="0">
              <a:latin typeface="+mn-lt"/>
            </a:endParaRPr>
          </a:p>
          <a:p>
            <a:pPr eaLnBrk="1" hangingPunct="1"/>
            <a:r>
              <a:rPr lang="en-US" altLang="en-US" dirty="0">
                <a:latin typeface="+mn-lt"/>
              </a:rPr>
              <a:t>A table whose primary key consist of a single attribute must be automatically in 2NF,if it is in 1NF already.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C31D37B-3A25-D675-D133-A471B3B95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10733314" cy="3396343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latin typeface="+mn-lt"/>
              </a:rPr>
              <a:t>Second  normal  form</a:t>
            </a:r>
            <a:r>
              <a:rPr lang="en-US" altLang="en-US" dirty="0">
                <a:latin typeface="+mn-lt"/>
              </a:rPr>
              <a:t> applies to  relations  with composite keys </a:t>
            </a:r>
            <a:r>
              <a:rPr lang="en-US" altLang="en-US" dirty="0" err="1">
                <a:latin typeface="+mn-lt"/>
              </a:rPr>
              <a:t>ie</a:t>
            </a:r>
            <a:r>
              <a:rPr lang="en-US" altLang="en-US" dirty="0">
                <a:latin typeface="+mn-lt"/>
              </a:rPr>
              <a:t>, Relation with a primary key composed of two or more  attributes.</a:t>
            </a:r>
          </a:p>
          <a:p>
            <a:pPr eaLnBrk="1" hangingPunct="1"/>
            <a:endParaRPr lang="en-US" altLang="en-US" dirty="0">
              <a:latin typeface="+mn-lt"/>
            </a:endParaRPr>
          </a:p>
          <a:p>
            <a:pPr eaLnBrk="1" hangingPunct="1"/>
            <a:r>
              <a:rPr lang="en-US" altLang="en-US" dirty="0">
                <a:latin typeface="+mn-lt"/>
              </a:rPr>
              <a:t>If partial dependency exist ,then we </a:t>
            </a:r>
            <a:r>
              <a:rPr lang="en-US" altLang="en-US" b="1" u="sng" dirty="0">
                <a:latin typeface="+mn-lt"/>
              </a:rPr>
              <a:t>remove  the functionally dependent  attributes</a:t>
            </a:r>
            <a:r>
              <a:rPr lang="en-US" altLang="en-US" dirty="0">
                <a:latin typeface="+mn-lt"/>
              </a:rPr>
              <a:t>  from the relation by  placing them  in a new relation along with the copy of their determinant.</a:t>
            </a:r>
          </a:p>
          <a:p>
            <a:pPr eaLnBrk="1" hangingPunct="1"/>
            <a:endParaRPr lang="en-US" altLang="en-US" dirty="0">
              <a:latin typeface="+mn-lt"/>
            </a:endParaRPr>
          </a:p>
          <a:p>
            <a:pPr eaLnBrk="1" hangingPunct="1"/>
            <a:endParaRPr lang="en-US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Group 2">
            <a:extLst>
              <a:ext uri="{FF2B5EF4-FFF2-40B4-BE49-F238E27FC236}">
                <a16:creationId xmlns:a16="http://schemas.microsoft.com/office/drawing/2014/main" id="{5CE211E4-197E-F53E-F347-49140B911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134594"/>
              </p:ext>
            </p:extLst>
          </p:nvPr>
        </p:nvGraphicFramePr>
        <p:xfrm>
          <a:off x="1828800" y="348343"/>
          <a:ext cx="8839200" cy="1004888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4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Charged _hours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No of hrs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788" name="Line 20">
            <a:extLst>
              <a:ext uri="{FF2B5EF4-FFF2-40B4-BE49-F238E27FC236}">
                <a16:creationId xmlns:a16="http://schemas.microsoft.com/office/drawing/2014/main" id="{E731299B-C97D-99FC-B44C-12A7CA265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338943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89" name="Line 21">
            <a:extLst>
              <a:ext uri="{FF2B5EF4-FFF2-40B4-BE49-F238E27FC236}">
                <a16:creationId xmlns:a16="http://schemas.microsoft.com/office/drawing/2014/main" id="{C63B968F-3B50-C174-5C10-F70D29FCA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338943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0" name="Line 22">
            <a:extLst>
              <a:ext uri="{FF2B5EF4-FFF2-40B4-BE49-F238E27FC236}">
                <a16:creationId xmlns:a16="http://schemas.microsoft.com/office/drawing/2014/main" id="{3DD32E21-E547-6C72-9F13-D3B78507F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40574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1" name="Line 23">
            <a:extLst>
              <a:ext uri="{FF2B5EF4-FFF2-40B4-BE49-F238E27FC236}">
                <a16:creationId xmlns:a16="http://schemas.microsoft.com/office/drawing/2014/main" id="{626C414C-F215-EEEB-B1DA-A8C95437B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126274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2" name="Line 24">
            <a:extLst>
              <a:ext uri="{FF2B5EF4-FFF2-40B4-BE49-F238E27FC236}">
                <a16:creationId xmlns:a16="http://schemas.microsoft.com/office/drawing/2014/main" id="{D89F8E4A-018C-E2CB-F218-98C1531717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1186543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3" name="Line 25">
            <a:extLst>
              <a:ext uri="{FF2B5EF4-FFF2-40B4-BE49-F238E27FC236}">
                <a16:creationId xmlns:a16="http://schemas.microsoft.com/office/drawing/2014/main" id="{DD45E2FF-1A26-F29A-A9DC-06669EDA73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9200" y="1262743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4" name="Line 26">
            <a:extLst>
              <a:ext uri="{FF2B5EF4-FFF2-40B4-BE49-F238E27FC236}">
                <a16:creationId xmlns:a16="http://schemas.microsoft.com/office/drawing/2014/main" id="{725F1BF3-C940-5BF9-894E-9A81FC82A6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34600" y="126274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5" name="Text Box 27">
            <a:extLst>
              <a:ext uri="{FF2B5EF4-FFF2-40B4-BE49-F238E27FC236}">
                <a16:creationId xmlns:a16="http://schemas.microsoft.com/office/drawing/2014/main" id="{F75A6CAE-0F09-0A1F-86FE-136002F5F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87234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+mn-lt"/>
              </a:rPr>
              <a:t>fd1</a:t>
            </a:r>
          </a:p>
        </p:txBody>
      </p:sp>
      <p:sp>
        <p:nvSpPr>
          <p:cNvPr id="32796" name="Line 28">
            <a:extLst>
              <a:ext uri="{FF2B5EF4-FFF2-40B4-BE49-F238E27FC236}">
                <a16:creationId xmlns:a16="http://schemas.microsoft.com/office/drawing/2014/main" id="{0EFB71D3-33AE-744B-B347-965FE66DD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072743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7" name="Line 29">
            <a:extLst>
              <a:ext uri="{FF2B5EF4-FFF2-40B4-BE49-F238E27FC236}">
                <a16:creationId xmlns:a16="http://schemas.microsoft.com/office/drawing/2014/main" id="{A3D6BCD0-E741-4CFC-5247-282ED7A03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2638" y="6139543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8" name="Line 30">
            <a:extLst>
              <a:ext uri="{FF2B5EF4-FFF2-40B4-BE49-F238E27FC236}">
                <a16:creationId xmlns:a16="http://schemas.microsoft.com/office/drawing/2014/main" id="{CE7DA751-48D2-A877-4857-C944244923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499654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99" name="Line 31">
            <a:extLst>
              <a:ext uri="{FF2B5EF4-FFF2-40B4-BE49-F238E27FC236}">
                <a16:creationId xmlns:a16="http://schemas.microsoft.com/office/drawing/2014/main" id="{CB39A85B-F7BC-9294-DEB8-23ADE656D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499654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39968" name="Group 32">
            <a:extLst>
              <a:ext uri="{FF2B5EF4-FFF2-40B4-BE49-F238E27FC236}">
                <a16:creationId xmlns:a16="http://schemas.microsoft.com/office/drawing/2014/main" id="{E201EA8C-F19F-7C1C-EC3D-12DD0E673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863944"/>
              </p:ext>
            </p:extLst>
          </p:nvPr>
        </p:nvGraphicFramePr>
        <p:xfrm>
          <a:off x="1828800" y="4067857"/>
          <a:ext cx="8839200" cy="1004887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4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Charged _hours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No of hrs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818" name="Line 50">
            <a:extLst>
              <a:ext uri="{FF2B5EF4-FFF2-40B4-BE49-F238E27FC236}">
                <a16:creationId xmlns:a16="http://schemas.microsoft.com/office/drawing/2014/main" id="{334D4C75-1E0F-DC40-F63C-2D1A9E7740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4996543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819" name="Text Box 51">
            <a:extLst>
              <a:ext uri="{FF2B5EF4-FFF2-40B4-BE49-F238E27FC236}">
                <a16:creationId xmlns:a16="http://schemas.microsoft.com/office/drawing/2014/main" id="{ECD6A488-3AB9-9F4D-9AD8-560D369C9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60614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+mn-lt"/>
              </a:rPr>
              <a:t>fd2</a:t>
            </a:r>
          </a:p>
        </p:txBody>
      </p:sp>
      <p:sp>
        <p:nvSpPr>
          <p:cNvPr id="32820" name="Text Box 52">
            <a:extLst>
              <a:ext uri="{FF2B5EF4-FFF2-40B4-BE49-F238E27FC236}">
                <a16:creationId xmlns:a16="http://schemas.microsoft.com/office/drawing/2014/main" id="{FBFAF81B-3C25-E513-BBE5-653140F1C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862943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+mn-lt"/>
              </a:rPr>
              <a:t>Functional Dependencies in the table are listed:</a:t>
            </a:r>
            <a:r>
              <a:rPr lang="en-US" altLang="en-US" sz="2400" b="1">
                <a:latin typeface="+mn-lt"/>
              </a:rPr>
              <a:t> fd1,fd2,fd3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Group 2">
            <a:extLst>
              <a:ext uri="{FF2B5EF4-FFF2-40B4-BE49-F238E27FC236}">
                <a16:creationId xmlns:a16="http://schemas.microsoft.com/office/drawing/2014/main" id="{8822185F-5157-919B-F51C-00AADB942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86278"/>
              </p:ext>
            </p:extLst>
          </p:nvPr>
        </p:nvGraphicFramePr>
        <p:xfrm>
          <a:off x="1817914" y="598715"/>
          <a:ext cx="8839200" cy="1004888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4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Charged _hours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No of hrs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12" name="Line 20">
            <a:extLst>
              <a:ext uri="{FF2B5EF4-FFF2-40B4-BE49-F238E27FC236}">
                <a16:creationId xmlns:a16="http://schemas.microsoft.com/office/drawing/2014/main" id="{3905149C-B042-22EE-5BBB-27CDF8F18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714" y="1589315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3" name="Line 21">
            <a:extLst>
              <a:ext uri="{FF2B5EF4-FFF2-40B4-BE49-F238E27FC236}">
                <a16:creationId xmlns:a16="http://schemas.microsoft.com/office/drawing/2014/main" id="{A789C5AE-578E-39BC-8B1C-E288C34C9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714" y="2808515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4" name="Line 22">
            <a:extLst>
              <a:ext uri="{FF2B5EF4-FFF2-40B4-BE49-F238E27FC236}">
                <a16:creationId xmlns:a16="http://schemas.microsoft.com/office/drawing/2014/main" id="{7BF5BC29-63BB-E49B-3AD6-17FEC3645C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1914" y="1589315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5" name="Text Box 23">
            <a:extLst>
              <a:ext uri="{FF2B5EF4-FFF2-40B4-BE49-F238E27FC236}">
                <a16:creationId xmlns:a16="http://schemas.microsoft.com/office/drawing/2014/main" id="{9BDA1624-1EE9-3590-3AFC-2A1167DA0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314" y="219891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igh Tower Text" panose="02040502050506030303" pitchFamily="18" charset="0"/>
              </a:rPr>
              <a:t>fd3</a:t>
            </a:r>
          </a:p>
        </p:txBody>
      </p:sp>
      <p:sp>
        <p:nvSpPr>
          <p:cNvPr id="33816" name="Text Box 24">
            <a:extLst>
              <a:ext uri="{FF2B5EF4-FFF2-40B4-BE49-F238E27FC236}">
                <a16:creationId xmlns:a16="http://schemas.microsoft.com/office/drawing/2014/main" id="{D65C9EB4-EB2A-EF95-CBD1-E54C26FBB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58" y="3341915"/>
            <a:ext cx="1095102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latin typeface="High Tower Text" panose="02040502050506030303" pitchFamily="18" charset="0"/>
              </a:rPr>
              <a:t>(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P_num,E_no</a:t>
            </a:r>
            <a:r>
              <a:rPr lang="en-US" altLang="en-US" sz="2400" b="1" dirty="0">
                <a:latin typeface="High Tower Text" panose="02040502050506030303" pitchFamily="18" charset="0"/>
              </a:rPr>
              <a:t>) is the </a:t>
            </a:r>
            <a:r>
              <a:rPr lang="en-US" altLang="en-US" sz="2400" b="1" u="sng" dirty="0">
                <a:latin typeface="High Tower Text" panose="02040502050506030303" pitchFamily="18" charset="0"/>
              </a:rPr>
              <a:t>Candidate Key/primary Key.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1" dirty="0">
                <a:latin typeface="High Tower Text" panose="02040502050506030303" pitchFamily="18" charset="0"/>
              </a:rPr>
              <a:t> 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P_num,E_no</a:t>
            </a:r>
            <a:r>
              <a:rPr lang="en-US" altLang="en-US" sz="2400" b="1" dirty="0">
                <a:latin typeface="High Tower Text" panose="02040502050506030303" pitchFamily="18" charset="0"/>
              </a:rPr>
              <a:t>                   	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P_name</a:t>
            </a:r>
            <a:r>
              <a:rPr lang="en-US" altLang="en-US" sz="2400" b="1" dirty="0">
                <a:latin typeface="High Tower Text" panose="02040502050506030303" pitchFamily="18" charset="0"/>
              </a:rPr>
              <a:t>, 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E_name</a:t>
            </a:r>
            <a:r>
              <a:rPr lang="en-US" altLang="en-US" sz="2400" b="1" dirty="0">
                <a:latin typeface="High Tower Text" panose="02040502050506030303" pitchFamily="18" charset="0"/>
              </a:rPr>
              <a:t>, 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Jobclass</a:t>
            </a:r>
            <a:r>
              <a:rPr lang="en-US" altLang="en-US" sz="2400" b="1" dirty="0">
                <a:latin typeface="High Tower Text" panose="02040502050506030303" pitchFamily="18" charset="0"/>
              </a:rPr>
              <a:t>, 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Charged_hours</a:t>
            </a:r>
            <a:r>
              <a:rPr lang="en-US" altLang="en-US" sz="2400" b="1" dirty="0">
                <a:latin typeface="High Tower Text" panose="02040502050506030303" pitchFamily="18" charset="0"/>
              </a:rPr>
              <a:t>,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1" dirty="0" err="1">
                <a:latin typeface="High Tower Text" panose="02040502050506030303" pitchFamily="18" charset="0"/>
              </a:rPr>
              <a:t>E_no</a:t>
            </a:r>
            <a:r>
              <a:rPr lang="en-US" altLang="en-US" sz="2400" b="1" dirty="0">
                <a:latin typeface="High Tower Text" panose="02040502050506030303" pitchFamily="18" charset="0"/>
              </a:rPr>
              <a:t>                 		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E_name,Jobclass,Charged_hours</a:t>
            </a:r>
            <a:endParaRPr lang="en-US" altLang="en-US" sz="2400" b="1" dirty="0">
              <a:latin typeface="High Tower Text" panose="02040502050506030303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1" dirty="0" err="1">
                <a:latin typeface="High Tower Text" panose="02040502050506030303" pitchFamily="18" charset="0"/>
              </a:rPr>
              <a:t>P_num</a:t>
            </a:r>
            <a:r>
              <a:rPr lang="en-US" altLang="en-US" sz="2400" b="1" dirty="0">
                <a:latin typeface="High Tower Text" panose="02040502050506030303" pitchFamily="18" charset="0"/>
              </a:rPr>
              <a:t>              		</a:t>
            </a:r>
            <a:r>
              <a:rPr lang="en-US" altLang="en-US" sz="2400" b="1" dirty="0" err="1">
                <a:latin typeface="High Tower Text" panose="02040502050506030303" pitchFamily="18" charset="0"/>
              </a:rPr>
              <a:t>P_name</a:t>
            </a:r>
            <a:r>
              <a:rPr lang="en-US" altLang="en-US" sz="2400" b="1" dirty="0">
                <a:latin typeface="High Tower Text" panose="02040502050506030303" pitchFamily="18" charset="0"/>
              </a:rPr>
              <a:t>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High Tower Text" panose="02040502050506030303" pitchFamily="18" charset="0"/>
              </a:rPr>
              <a:t> </a:t>
            </a:r>
          </a:p>
        </p:txBody>
      </p:sp>
      <p:sp>
        <p:nvSpPr>
          <p:cNvPr id="33817" name="Line 25">
            <a:extLst>
              <a:ext uri="{FF2B5EF4-FFF2-40B4-BE49-F238E27FC236}">
                <a16:creationId xmlns:a16="http://schemas.microsoft.com/office/drawing/2014/main" id="{2AB074F3-6423-D237-F325-5A230C3E4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684" y="4191001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8" name="Line 26">
            <a:extLst>
              <a:ext uri="{FF2B5EF4-FFF2-40B4-BE49-F238E27FC236}">
                <a16:creationId xmlns:a16="http://schemas.microsoft.com/office/drawing/2014/main" id="{6607FD78-E203-33F9-51BB-1F28796037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684" y="4691744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819" name="Line 27">
            <a:extLst>
              <a:ext uri="{FF2B5EF4-FFF2-40B4-BE49-F238E27FC236}">
                <a16:creationId xmlns:a16="http://schemas.microsoft.com/office/drawing/2014/main" id="{B0EACB3A-931C-2D70-9E2B-12F08C76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684" y="524691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CEC84A4-1A38-7E84-DB3C-E09AE405C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304800"/>
            <a:ext cx="10744200" cy="57912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Here we have </a:t>
            </a:r>
            <a:r>
              <a:rPr lang="en-US" altLang="en-US" u="sng" dirty="0">
                <a:latin typeface="+mn-lt"/>
              </a:rPr>
              <a:t>2  partial dependencies </a:t>
            </a:r>
          </a:p>
          <a:p>
            <a:pPr eaLnBrk="1" hangingPunct="1"/>
            <a:endParaRPr lang="en-US" altLang="en-US" u="sng" dirty="0">
              <a:latin typeface="+mn-lt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dirty="0" err="1">
                <a:latin typeface="+mn-lt"/>
              </a:rPr>
              <a:t>E_no</a:t>
            </a:r>
            <a:r>
              <a:rPr lang="en-US" altLang="en-US" dirty="0">
                <a:latin typeface="+mn-lt"/>
              </a:rPr>
              <a:t>                 </a:t>
            </a:r>
            <a:r>
              <a:rPr lang="en-US" altLang="en-US" dirty="0" err="1">
                <a:latin typeface="+mn-lt"/>
              </a:rPr>
              <a:t>E_name,Jobclass,Charged_hours</a:t>
            </a:r>
            <a:r>
              <a:rPr lang="en-US" altLang="en-US" dirty="0">
                <a:latin typeface="+mn-lt"/>
              </a:rPr>
              <a:t>                                 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 err="1">
                <a:latin typeface="+mn-lt"/>
              </a:rPr>
              <a:t>P_num</a:t>
            </a:r>
            <a:r>
              <a:rPr lang="en-US" altLang="en-US" dirty="0">
                <a:latin typeface="+mn-lt"/>
              </a:rPr>
              <a:t>              </a:t>
            </a:r>
            <a:r>
              <a:rPr lang="en-US" altLang="en-US" dirty="0" err="1">
                <a:latin typeface="+mn-lt"/>
              </a:rPr>
              <a:t>P_name</a:t>
            </a:r>
            <a:r>
              <a:rPr lang="en-US" altLang="en-US" dirty="0">
                <a:latin typeface="+mn-lt"/>
              </a:rPr>
              <a:t>  </a:t>
            </a:r>
          </a:p>
          <a:p>
            <a:pPr eaLnBrk="1" hangingPunct="1">
              <a:spcBef>
                <a:spcPct val="50000"/>
              </a:spcBef>
            </a:pPr>
            <a:endParaRPr lang="en-US" altLang="en-US" dirty="0">
              <a:latin typeface="+mn-lt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+mn-lt"/>
              </a:rPr>
              <a:t>These are the partial dependencies in the Relation called as </a:t>
            </a:r>
            <a:r>
              <a:rPr lang="en-US" altLang="en-US" u="sng" dirty="0">
                <a:latin typeface="+mn-lt"/>
              </a:rPr>
              <a:t>Employee.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u="sng" dirty="0">
                <a:latin typeface="+mn-lt"/>
              </a:rPr>
              <a:t>So table Employee is not in 2NF.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u="sng" dirty="0">
                <a:latin typeface="+mn-lt"/>
              </a:rPr>
              <a:t>So to convert it into a relation in 2NF we decompose the  given EMPLOYEE relation.</a:t>
            </a:r>
          </a:p>
          <a:p>
            <a:pPr eaLnBrk="1" hangingPunct="1"/>
            <a:endParaRPr lang="en-US" altLang="en-US" u="sng" dirty="0">
              <a:latin typeface="+mn-lt"/>
            </a:endParaRPr>
          </a:p>
        </p:txBody>
      </p:sp>
      <p:sp>
        <p:nvSpPr>
          <p:cNvPr id="34819" name="Line 3">
            <a:extLst>
              <a:ext uri="{FF2B5EF4-FFF2-40B4-BE49-F238E27FC236}">
                <a16:creationId xmlns:a16="http://schemas.microsoft.com/office/drawing/2014/main" id="{FB884569-F061-5E72-9093-604F31451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752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b="1"/>
          </a:p>
        </p:txBody>
      </p:sp>
      <p:sp>
        <p:nvSpPr>
          <p:cNvPr id="34820" name="Line 4">
            <a:extLst>
              <a:ext uri="{FF2B5EF4-FFF2-40B4-BE49-F238E27FC236}">
                <a16:creationId xmlns:a16="http://schemas.microsoft.com/office/drawing/2014/main" id="{BF53EDFD-D92F-CBE9-C7CF-50BF8C144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1943" y="2253343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b="1"/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4E214DCF-F407-52BF-432A-C8736A5F4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1943" y="163285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Group 2">
            <a:extLst>
              <a:ext uri="{FF2B5EF4-FFF2-40B4-BE49-F238E27FC236}">
                <a16:creationId xmlns:a16="http://schemas.microsoft.com/office/drawing/2014/main" id="{14F7056F-DC07-A740-FF57-C6B206FEB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23232"/>
              </p:ext>
            </p:extLst>
          </p:nvPr>
        </p:nvGraphicFramePr>
        <p:xfrm>
          <a:off x="2035629" y="696685"/>
          <a:ext cx="7848600" cy="584200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Charged_hours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854" name="Text Box 14">
            <a:extLst>
              <a:ext uri="{FF2B5EF4-FFF2-40B4-BE49-F238E27FC236}">
                <a16:creationId xmlns:a16="http://schemas.microsoft.com/office/drawing/2014/main" id="{6EA3A12A-5E24-022C-A5A9-5CD04025F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829" y="87085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u="sng">
                <a:latin typeface="+mn-lt"/>
              </a:rPr>
              <a:t>EMPLOYEE1</a:t>
            </a:r>
          </a:p>
        </p:txBody>
      </p:sp>
      <p:sp>
        <p:nvSpPr>
          <p:cNvPr id="35855" name="Text Box 15">
            <a:extLst>
              <a:ext uri="{FF2B5EF4-FFF2-40B4-BE49-F238E27FC236}">
                <a16:creationId xmlns:a16="http://schemas.microsoft.com/office/drawing/2014/main" id="{A34C3FD9-23F9-0E44-1BE1-6C2EC17A8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9429" y="1763485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u="sng">
                <a:latin typeface="+mn-lt"/>
              </a:rPr>
              <a:t>EMPLOYEE2</a:t>
            </a:r>
          </a:p>
        </p:txBody>
      </p:sp>
      <p:graphicFrame>
        <p:nvGraphicFramePr>
          <p:cNvPr id="43024" name="Group 16">
            <a:extLst>
              <a:ext uri="{FF2B5EF4-FFF2-40B4-BE49-F238E27FC236}">
                <a16:creationId xmlns:a16="http://schemas.microsoft.com/office/drawing/2014/main" id="{E2F81B52-667A-5C1A-5ADD-BE250C2A1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534026"/>
              </p:ext>
            </p:extLst>
          </p:nvPr>
        </p:nvGraphicFramePr>
        <p:xfrm>
          <a:off x="2188029" y="2449285"/>
          <a:ext cx="2616200" cy="584200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864" name="Text Box 24">
            <a:extLst>
              <a:ext uri="{FF2B5EF4-FFF2-40B4-BE49-F238E27FC236}">
                <a16:creationId xmlns:a16="http://schemas.microsoft.com/office/drawing/2014/main" id="{6C252738-B3BA-B3A5-1428-94EC769E6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9429" y="3973285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u="sng">
                <a:latin typeface="+mn-lt"/>
              </a:rPr>
              <a:t>EMPLOYEE</a:t>
            </a:r>
          </a:p>
        </p:txBody>
      </p:sp>
      <p:graphicFrame>
        <p:nvGraphicFramePr>
          <p:cNvPr id="43033" name="Group 25">
            <a:extLst>
              <a:ext uri="{FF2B5EF4-FFF2-40B4-BE49-F238E27FC236}">
                <a16:creationId xmlns:a16="http://schemas.microsoft.com/office/drawing/2014/main" id="{DFC82AFA-E533-EFC1-A901-3768A69D3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35035"/>
              </p:ext>
            </p:extLst>
          </p:nvPr>
        </p:nvGraphicFramePr>
        <p:xfrm>
          <a:off x="2416629" y="4659085"/>
          <a:ext cx="5181600" cy="457200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P_num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E_no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igh Tower Text" pitchFamily="18" charset="0"/>
                        </a:rPr>
                        <a:t>No of  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875" name="Text Box 35">
            <a:extLst>
              <a:ext uri="{FF2B5EF4-FFF2-40B4-BE49-F238E27FC236}">
                <a16:creationId xmlns:a16="http://schemas.microsoft.com/office/drawing/2014/main" id="{F8994965-65BC-3235-7891-DD78CBD3F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429" y="4659086"/>
            <a:ext cx="19812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+mn-lt"/>
              </a:rPr>
              <a:t>Original Relation after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+mn-lt"/>
              </a:rPr>
              <a:t>decomposing</a:t>
            </a:r>
          </a:p>
        </p:txBody>
      </p:sp>
      <p:sp>
        <p:nvSpPr>
          <p:cNvPr id="35876" name="Line 36">
            <a:extLst>
              <a:ext uri="{FF2B5EF4-FFF2-40B4-BE49-F238E27FC236}">
                <a16:creationId xmlns:a16="http://schemas.microsoft.com/office/drawing/2014/main" id="{F03B9C85-A66F-DCBD-21CA-8402B61B1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4429" y="4887685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877" name="Text Box 37">
            <a:extLst>
              <a:ext uri="{FF2B5EF4-FFF2-40B4-BE49-F238E27FC236}">
                <a16:creationId xmlns:a16="http://schemas.microsoft.com/office/drawing/2014/main" id="{F616E8A8-E064-33F1-2255-5140215A0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829" y="5573485"/>
            <a:ext cx="563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u="sng">
                <a:latin typeface="+mn-lt"/>
              </a:rPr>
              <a:t>All of these tables are in 2NF</a:t>
            </a:r>
            <a:r>
              <a:rPr lang="en-US" altLang="en-US" sz="3200"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F49B79C-3681-A2E7-36D8-253BA8795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77724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>
                <a:latin typeface="+mn-lt"/>
              </a:rPr>
              <a:t>3NF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7349835-7EBA-C49B-F8A5-210077F39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8971" y="1371600"/>
            <a:ext cx="9753600" cy="47244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 A Relation scheme </a:t>
            </a:r>
            <a:r>
              <a:rPr lang="en-US" altLang="en-US" b="1" dirty="0">
                <a:latin typeface="+mn-lt"/>
              </a:rPr>
              <a:t>R&lt;S,F&gt;</a:t>
            </a:r>
            <a:r>
              <a:rPr lang="en-US" altLang="en-US" dirty="0">
                <a:latin typeface="+mn-lt"/>
              </a:rPr>
              <a:t> is in third normal form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+mn-lt"/>
              </a:rPr>
              <a:t>     if all nontrivial  functional dependencies 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+mn-lt"/>
              </a:rPr>
              <a:t>    in F+   of the form X             A        either </a:t>
            </a:r>
          </a:p>
          <a:p>
            <a:pPr eaLnBrk="1" hangingPunct="1">
              <a:buFontTx/>
              <a:buNone/>
            </a:pPr>
            <a:endParaRPr lang="en-US" altLang="en-US" dirty="0">
              <a:latin typeface="+mn-lt"/>
            </a:endParaRPr>
          </a:p>
          <a:p>
            <a:pPr eaLnBrk="1" hangingPunct="1">
              <a:buFontTx/>
              <a:buNone/>
            </a:pPr>
            <a:r>
              <a:rPr lang="en-US" altLang="en-US" dirty="0">
                <a:latin typeface="+mn-lt"/>
              </a:rPr>
              <a:t>       </a:t>
            </a:r>
            <a:r>
              <a:rPr lang="en-US" altLang="en-US" b="1" dirty="0">
                <a:latin typeface="+mn-lt"/>
              </a:rPr>
              <a:t> *</a:t>
            </a:r>
            <a:r>
              <a:rPr lang="en-US" altLang="en-US" dirty="0">
                <a:latin typeface="+mn-lt"/>
              </a:rPr>
              <a:t> X  contains a Key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+mn-lt"/>
              </a:rPr>
              <a:t>        </a:t>
            </a:r>
            <a:r>
              <a:rPr lang="en-US" altLang="en-US" b="1" dirty="0">
                <a:latin typeface="+mn-lt"/>
              </a:rPr>
              <a:t>*</a:t>
            </a:r>
            <a:r>
              <a:rPr lang="en-US" altLang="en-US" dirty="0">
                <a:latin typeface="+mn-lt"/>
              </a:rPr>
              <a:t>A  is a prime attribute</a:t>
            </a:r>
          </a:p>
        </p:txBody>
      </p:sp>
      <p:sp>
        <p:nvSpPr>
          <p:cNvPr id="36868" name="Line 4">
            <a:extLst>
              <a:ext uri="{FF2B5EF4-FFF2-40B4-BE49-F238E27FC236}">
                <a16:creationId xmlns:a16="http://schemas.microsoft.com/office/drawing/2014/main" id="{BACFA6C3-F5AD-616F-98FD-9A39765AB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623457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8C7994F-BC55-16F4-4078-25CD6A455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10697"/>
            <a:ext cx="10515600" cy="917023"/>
          </a:xfrm>
        </p:spPr>
        <p:txBody>
          <a:bodyPr/>
          <a:lstStyle/>
          <a:p>
            <a:pPr eaLnBrk="1" hangingPunct="1">
              <a:defRPr/>
            </a:pPr>
            <a:r>
              <a:rPr 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Third Normal Form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E010EA8-D5E8-C5A3-3A17-DE983F4E8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6002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sz="3000">
                <a:latin typeface="+mn-lt"/>
              </a:rPr>
              <a:t>A table is in 3NF if </a:t>
            </a:r>
          </a:p>
          <a:p>
            <a:pPr eaLnBrk="1" hangingPunct="1">
              <a:buFontTx/>
              <a:buNone/>
            </a:pPr>
            <a:r>
              <a:rPr lang="en-US" altLang="en-US" sz="3000">
                <a:latin typeface="+mn-lt"/>
              </a:rPr>
              <a:t>		1) it is in 2NF</a:t>
            </a:r>
          </a:p>
          <a:p>
            <a:pPr eaLnBrk="1" hangingPunct="1">
              <a:buFontTx/>
              <a:buNone/>
            </a:pPr>
            <a:r>
              <a:rPr lang="en-US" altLang="en-US" sz="3000">
                <a:latin typeface="+mn-lt"/>
              </a:rPr>
              <a:t>         2)it contains no transitive dependencies.</a:t>
            </a:r>
          </a:p>
          <a:p>
            <a:pPr eaLnBrk="1" hangingPunct="1"/>
            <a:r>
              <a:rPr lang="en-US" altLang="en-US" sz="3000">
                <a:latin typeface="+mn-lt"/>
              </a:rPr>
              <a:t> A  relation scheme is in 3NF  whenever a functional dependency X          A holds in R </a:t>
            </a:r>
          </a:p>
          <a:p>
            <a:pPr eaLnBrk="1" hangingPunct="1">
              <a:buFontTx/>
              <a:buNone/>
            </a:pPr>
            <a:r>
              <a:rPr lang="en-US" altLang="en-US" sz="3000">
                <a:latin typeface="+mn-lt"/>
              </a:rPr>
              <a:t>    either   </a:t>
            </a:r>
          </a:p>
          <a:p>
            <a:pPr eaLnBrk="1" hangingPunct="1">
              <a:buFontTx/>
              <a:buNone/>
            </a:pPr>
            <a:r>
              <a:rPr lang="en-US" altLang="en-US" sz="3000">
                <a:latin typeface="+mn-lt"/>
              </a:rPr>
              <a:t>       1) X is superkey </a:t>
            </a:r>
            <a:r>
              <a:rPr lang="en-US" altLang="en-US" sz="3000" b="1">
                <a:latin typeface="+mn-lt"/>
              </a:rPr>
              <a:t>of</a:t>
            </a:r>
            <a:r>
              <a:rPr lang="en-US" altLang="en-US" sz="3000">
                <a:latin typeface="+mn-lt"/>
              </a:rPr>
              <a:t> R.</a:t>
            </a:r>
          </a:p>
          <a:p>
            <a:pPr eaLnBrk="1" hangingPunct="1">
              <a:buFontTx/>
              <a:buNone/>
            </a:pPr>
            <a:r>
              <a:rPr lang="en-US" altLang="en-US" sz="3000">
                <a:latin typeface="+mn-lt"/>
              </a:rPr>
              <a:t>       2)A is a prime attribute of R.</a:t>
            </a:r>
          </a:p>
        </p:txBody>
      </p:sp>
      <p:sp>
        <p:nvSpPr>
          <p:cNvPr id="37892" name="Line 4">
            <a:extLst>
              <a:ext uri="{FF2B5EF4-FFF2-40B4-BE49-F238E27FC236}">
                <a16:creationId xmlns:a16="http://schemas.microsoft.com/office/drawing/2014/main" id="{BA66FD60-CBDA-2F0B-0C99-F95F0DD4E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89708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Group 2">
            <a:extLst>
              <a:ext uri="{FF2B5EF4-FFF2-40B4-BE49-F238E27FC236}">
                <a16:creationId xmlns:a16="http://schemas.microsoft.com/office/drawing/2014/main" id="{AE35FB76-3A7C-649C-3AC7-E875D9807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417212"/>
              </p:ext>
            </p:extLst>
          </p:nvPr>
        </p:nvGraphicFramePr>
        <p:xfrm>
          <a:off x="2775857" y="609600"/>
          <a:ext cx="6934200" cy="5214254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E_name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Charged _hours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2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207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83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208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966" name="Text Box 54">
            <a:extLst>
              <a:ext uri="{FF2B5EF4-FFF2-40B4-BE49-F238E27FC236}">
                <a16:creationId xmlns:a16="http://schemas.microsoft.com/office/drawing/2014/main" id="{BE3285A1-D679-3FC4-A682-294C5768D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28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+mn-lt"/>
              </a:rPr>
              <a:t>EMPLOYEE1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4E4404F-38F5-4995-A922-99176F660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457200"/>
            <a:ext cx="88392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+mn-lt"/>
              </a:rPr>
              <a:t>In this relation  </a:t>
            </a:r>
            <a:r>
              <a:rPr lang="en-US" altLang="en-US" u="sng" dirty="0">
                <a:latin typeface="+mn-lt"/>
              </a:rPr>
              <a:t>EMPLOYEE1</a:t>
            </a:r>
            <a:r>
              <a:rPr lang="en-US" altLang="en-US" dirty="0">
                <a:latin typeface="+mn-lt"/>
              </a:rPr>
              <a:t>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+mn-lt"/>
              </a:rPr>
              <a:t>    there exist a  dependency between nonprime attributes.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+mn-lt"/>
              </a:rPr>
              <a:t>   </a:t>
            </a:r>
            <a:r>
              <a:rPr lang="en-US" altLang="en-US" b="1" dirty="0" err="1">
                <a:latin typeface="+mn-lt"/>
              </a:rPr>
              <a:t>Jobclass</a:t>
            </a:r>
            <a:r>
              <a:rPr lang="en-US" altLang="en-US" b="1" dirty="0">
                <a:latin typeface="+mn-lt"/>
              </a:rPr>
              <a:t>	         	  Charged _hours</a:t>
            </a:r>
          </a:p>
          <a:p>
            <a:pPr eaLnBrk="1" hangingPunct="1">
              <a:lnSpc>
                <a:spcPct val="90000"/>
              </a:lnSpc>
            </a:pPr>
            <a:endParaRPr lang="en-US" altLang="en-US" b="1" dirty="0"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+mn-lt"/>
              </a:rPr>
              <a:t>This is called as </a:t>
            </a:r>
            <a:r>
              <a:rPr lang="en-US" altLang="en-US" b="1" u="sng" dirty="0">
                <a:latin typeface="+mn-lt"/>
              </a:rPr>
              <a:t>Transitive dependency.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+mn-lt"/>
              </a:rPr>
              <a:t>So the EMPLOYEE1 is not in the 3NF.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+mn-lt"/>
              </a:rPr>
              <a:t>To  Eliminate the  transitive dependency ,decompose   EMPLOYEE1 again into smaller relations.</a:t>
            </a:r>
          </a:p>
        </p:txBody>
      </p:sp>
      <p:sp>
        <p:nvSpPr>
          <p:cNvPr id="39939" name="Line 3">
            <a:extLst>
              <a:ext uri="{FF2B5EF4-FFF2-40B4-BE49-F238E27FC236}">
                <a16:creationId xmlns:a16="http://schemas.microsoft.com/office/drawing/2014/main" id="{38FE88AF-3396-34F5-A3EE-08B2D6E3D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258" y="173082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Group 2">
            <a:extLst>
              <a:ext uri="{FF2B5EF4-FFF2-40B4-BE49-F238E27FC236}">
                <a16:creationId xmlns:a16="http://schemas.microsoft.com/office/drawing/2014/main" id="{004E5173-B0E8-6DEE-574A-58BDFE2EA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136494"/>
              </p:ext>
            </p:extLst>
          </p:nvPr>
        </p:nvGraphicFramePr>
        <p:xfrm>
          <a:off x="2057400" y="914400"/>
          <a:ext cx="7848600" cy="584200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Charged_hours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974" name="Text Box 14">
            <a:extLst>
              <a:ext uri="{FF2B5EF4-FFF2-40B4-BE49-F238E27FC236}">
                <a16:creationId xmlns:a16="http://schemas.microsoft.com/office/drawing/2014/main" id="{221A64A2-E1FC-5E95-8120-6DFE300AF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04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+mn-lt"/>
              </a:rPr>
              <a:t>EMPLOYEE1</a:t>
            </a:r>
          </a:p>
        </p:txBody>
      </p:sp>
      <p:sp>
        <p:nvSpPr>
          <p:cNvPr id="40975" name="Line 15">
            <a:extLst>
              <a:ext uri="{FF2B5EF4-FFF2-40B4-BE49-F238E27FC236}">
                <a16:creationId xmlns:a16="http://schemas.microsoft.com/office/drawing/2014/main" id="{4023F884-433A-00E3-7D8D-D13486703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447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6" name="Line 16">
            <a:extLst>
              <a:ext uri="{FF2B5EF4-FFF2-40B4-BE49-F238E27FC236}">
                <a16:creationId xmlns:a16="http://schemas.microsoft.com/office/drawing/2014/main" id="{EE64EF64-5042-A5F5-E3B7-E072FC276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0574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77" name="Line 17">
            <a:extLst>
              <a:ext uri="{FF2B5EF4-FFF2-40B4-BE49-F238E27FC236}">
                <a16:creationId xmlns:a16="http://schemas.microsoft.com/office/drawing/2014/main" id="{087D4FAD-DF1B-1098-DE10-C397DB9BD3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447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8146" name="Group 18">
            <a:extLst>
              <a:ext uri="{FF2B5EF4-FFF2-40B4-BE49-F238E27FC236}">
                <a16:creationId xmlns:a16="http://schemas.microsoft.com/office/drawing/2014/main" id="{30E0E061-553D-06AA-E50B-7FF36DF46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182356"/>
              </p:ext>
            </p:extLst>
          </p:nvPr>
        </p:nvGraphicFramePr>
        <p:xfrm>
          <a:off x="1905000" y="3505200"/>
          <a:ext cx="4070350" cy="584200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E_name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988" name="Text Box 28">
            <a:extLst>
              <a:ext uri="{FF2B5EF4-FFF2-40B4-BE49-F238E27FC236}">
                <a16:creationId xmlns:a16="http://schemas.microsoft.com/office/drawing/2014/main" id="{7DFC6097-C9F3-E361-C7D9-D96F159CF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4384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+mn-lt"/>
              </a:rPr>
              <a:t>Eliminating transitive dependency</a:t>
            </a:r>
          </a:p>
        </p:txBody>
      </p:sp>
      <p:sp>
        <p:nvSpPr>
          <p:cNvPr id="40989" name="Text Box 29">
            <a:extLst>
              <a:ext uri="{FF2B5EF4-FFF2-40B4-BE49-F238E27FC236}">
                <a16:creationId xmlns:a16="http://schemas.microsoft.com/office/drawing/2014/main" id="{B0648E93-2B1A-2A14-C20C-EBA1AE5C9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2766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+mn-lt"/>
              </a:rPr>
              <a:t>EMPLOYEE1.1</a:t>
            </a:r>
          </a:p>
        </p:txBody>
      </p:sp>
      <p:sp>
        <p:nvSpPr>
          <p:cNvPr id="40990" name="Text Box 30">
            <a:extLst>
              <a:ext uri="{FF2B5EF4-FFF2-40B4-BE49-F238E27FC236}">
                <a16:creationId xmlns:a16="http://schemas.microsoft.com/office/drawing/2014/main" id="{5FB47937-C526-327F-1464-2B0CE9EE3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0292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+mn-lt"/>
              </a:rPr>
              <a:t>EMPLOYEE1.2</a:t>
            </a:r>
          </a:p>
        </p:txBody>
      </p:sp>
      <p:graphicFrame>
        <p:nvGraphicFramePr>
          <p:cNvPr id="48159" name="Group 31">
            <a:extLst>
              <a:ext uri="{FF2B5EF4-FFF2-40B4-BE49-F238E27FC236}">
                <a16:creationId xmlns:a16="http://schemas.microsoft.com/office/drawing/2014/main" id="{C5CDC804-F883-0693-C5C1-9264BFA64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18476"/>
              </p:ext>
            </p:extLst>
          </p:nvPr>
        </p:nvGraphicFramePr>
        <p:xfrm>
          <a:off x="1981200" y="5410200"/>
          <a:ext cx="2692400" cy="609600"/>
        </p:xfrm>
        <a:graphic>
          <a:graphicData uri="http://schemas.openxmlformats.org/drawingml/2006/table">
            <a:tbl>
              <a:tblPr/>
              <a:tblGrid>
                <a:gridCol w="13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Chg_hrs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999" name="Line 39">
            <a:extLst>
              <a:ext uri="{FF2B5EF4-FFF2-40B4-BE49-F238E27FC236}">
                <a16:creationId xmlns:a16="http://schemas.microsoft.com/office/drawing/2014/main" id="{FA796ABB-5BCB-4D01-D80D-5AC61F03A2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4191000"/>
            <a:ext cx="22860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00" name="Text Box 40">
            <a:extLst>
              <a:ext uri="{FF2B5EF4-FFF2-40B4-BE49-F238E27FC236}">
                <a16:creationId xmlns:a16="http://schemas.microsoft.com/office/drawing/2014/main" id="{E78A6C58-D6B9-4B19-3499-4EE6566BE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800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+mn-lt"/>
              </a:rPr>
              <a:t>FKEy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Group 2">
            <a:extLst>
              <a:ext uri="{FF2B5EF4-FFF2-40B4-BE49-F238E27FC236}">
                <a16:creationId xmlns:a16="http://schemas.microsoft.com/office/drawing/2014/main" id="{6014B32C-686E-0ECF-43A9-4455FA0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465486"/>
              </p:ext>
            </p:extLst>
          </p:nvPr>
        </p:nvGraphicFramePr>
        <p:xfrm>
          <a:off x="2209801" y="304800"/>
          <a:ext cx="4964113" cy="5056188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0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0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028" name="Text Box 44">
            <a:extLst>
              <a:ext uri="{FF2B5EF4-FFF2-40B4-BE49-F238E27FC236}">
                <a16:creationId xmlns:a16="http://schemas.microsoft.com/office/drawing/2014/main" id="{7B9D2E30-A2CF-1D1B-B1AA-AD5CD4179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0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igh Tower Text" panose="02040502050506030303" pitchFamily="18" charset="0"/>
              </a:rPr>
              <a:t>A</a:t>
            </a:r>
          </a:p>
        </p:txBody>
      </p:sp>
      <p:sp>
        <p:nvSpPr>
          <p:cNvPr id="42029" name="Line 45">
            <a:extLst>
              <a:ext uri="{FF2B5EF4-FFF2-40B4-BE49-F238E27FC236}">
                <a16:creationId xmlns:a16="http://schemas.microsoft.com/office/drawing/2014/main" id="{FDB15793-8AC6-15B2-3E65-DC5EB97301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609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Group 2">
            <a:extLst>
              <a:ext uri="{FF2B5EF4-FFF2-40B4-BE49-F238E27FC236}">
                <a16:creationId xmlns:a16="http://schemas.microsoft.com/office/drawing/2014/main" id="{B5587236-71B0-764A-DFB8-3433CDEA0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26671"/>
              </p:ext>
            </p:extLst>
          </p:nvPr>
        </p:nvGraphicFramePr>
        <p:xfrm>
          <a:off x="2133600" y="381000"/>
          <a:ext cx="5181600" cy="1931988"/>
        </p:xfrm>
        <a:graphic>
          <a:graphicData uri="http://schemas.openxmlformats.org/drawingml/2006/table">
            <a:tbl>
              <a:tblPr/>
              <a:tblGrid>
                <a:gridCol w="2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Jobclass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Charged _hours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Programmer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ENGINEER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024" name="Text Box 16">
            <a:extLst>
              <a:ext uri="{FF2B5EF4-FFF2-40B4-BE49-F238E27FC236}">
                <a16:creationId xmlns:a16="http://schemas.microsoft.com/office/drawing/2014/main" id="{DF28E74B-8ADC-490E-758E-EE98A1458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7620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High Tower Text" panose="02040502050506030303" pitchFamily="18" charset="0"/>
              </a:rPr>
              <a:t>B</a:t>
            </a:r>
          </a:p>
        </p:txBody>
      </p:sp>
      <p:graphicFrame>
        <p:nvGraphicFramePr>
          <p:cNvPr id="50193" name="Group 17">
            <a:extLst>
              <a:ext uri="{FF2B5EF4-FFF2-40B4-BE49-F238E27FC236}">
                <a16:creationId xmlns:a16="http://schemas.microsoft.com/office/drawing/2014/main" id="{A832A347-82A9-631A-146C-D7D60D662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521472"/>
              </p:ext>
            </p:extLst>
          </p:nvPr>
        </p:nvGraphicFramePr>
        <p:xfrm>
          <a:off x="2209800" y="4114801"/>
          <a:ext cx="3200400" cy="1565275"/>
        </p:xfrm>
        <a:graphic>
          <a:graphicData uri="http://schemas.openxmlformats.org/drawingml/2006/table">
            <a:tbl>
              <a:tblPr/>
              <a:tblGrid>
                <a:gridCol w="164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P_num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P_name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Java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C++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039" name="Text Box 31">
            <a:extLst>
              <a:ext uri="{FF2B5EF4-FFF2-40B4-BE49-F238E27FC236}">
                <a16:creationId xmlns:a16="http://schemas.microsoft.com/office/drawing/2014/main" id="{A07A85CD-9487-C7B9-E41F-A5DF09C3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352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u="sng">
                <a:latin typeface="High Tower Text" panose="02040502050506030303" pitchFamily="18" charset="0"/>
              </a:rPr>
              <a:t>C</a:t>
            </a:r>
          </a:p>
        </p:txBody>
      </p:sp>
      <p:sp>
        <p:nvSpPr>
          <p:cNvPr id="43040" name="Line 32">
            <a:extLst>
              <a:ext uri="{FF2B5EF4-FFF2-40B4-BE49-F238E27FC236}">
                <a16:creationId xmlns:a16="http://schemas.microsoft.com/office/drawing/2014/main" id="{A00FCD31-113A-9DAC-AD42-335DBBE9B5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35814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041" name="Line 33">
            <a:extLst>
              <a:ext uri="{FF2B5EF4-FFF2-40B4-BE49-F238E27FC236}">
                <a16:creationId xmlns:a16="http://schemas.microsoft.com/office/drawing/2014/main" id="{A9B17E44-7796-BE63-75CA-CAE7E14CDA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0" y="685800"/>
            <a:ext cx="1295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042" name="Text Box 34">
            <a:extLst>
              <a:ext uri="{FF2B5EF4-FFF2-40B4-BE49-F238E27FC236}">
                <a16:creationId xmlns:a16="http://schemas.microsoft.com/office/drawing/2014/main" id="{12CD4B71-503E-1F0E-9F02-81C729D56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029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igh Tower Text" panose="02040502050506030303" pitchFamily="18" charset="0"/>
              </a:rPr>
              <a:t>P_num                  P_name </a:t>
            </a:r>
          </a:p>
        </p:txBody>
      </p:sp>
      <p:sp>
        <p:nvSpPr>
          <p:cNvPr id="43043" name="Line 35">
            <a:extLst>
              <a:ext uri="{FF2B5EF4-FFF2-40B4-BE49-F238E27FC236}">
                <a16:creationId xmlns:a16="http://schemas.microsoft.com/office/drawing/2014/main" id="{5A6FC202-EE72-5FCF-441F-9D2C97B3C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257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Group 2">
            <a:extLst>
              <a:ext uri="{FF2B5EF4-FFF2-40B4-BE49-F238E27FC236}">
                <a16:creationId xmlns:a16="http://schemas.microsoft.com/office/drawing/2014/main" id="{055BDC49-3880-2332-978E-A0FF84650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748738"/>
              </p:ext>
            </p:extLst>
          </p:nvPr>
        </p:nvGraphicFramePr>
        <p:xfrm>
          <a:off x="4724400" y="533401"/>
          <a:ext cx="4038600" cy="5059362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19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P_num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E_no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of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hrs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105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207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5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078" name="Text Box 46">
            <a:extLst>
              <a:ext uri="{FF2B5EF4-FFF2-40B4-BE49-F238E27FC236}">
                <a16:creationId xmlns:a16="http://schemas.microsoft.com/office/drawing/2014/main" id="{14E944E0-C001-9E3F-C926-7B14CC36A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858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High Tower Text" panose="02040502050506030303" pitchFamily="18" charset="0"/>
              </a:rPr>
              <a:t>D</a:t>
            </a:r>
          </a:p>
        </p:txBody>
      </p:sp>
      <p:sp>
        <p:nvSpPr>
          <p:cNvPr id="44079" name="Line 47">
            <a:extLst>
              <a:ext uri="{FF2B5EF4-FFF2-40B4-BE49-F238E27FC236}">
                <a16:creationId xmlns:a16="http://schemas.microsoft.com/office/drawing/2014/main" id="{FE58EF0F-8539-0E1F-F5FB-DC443C2FD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914400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B5067353-B0B9-0C4E-8245-BF8164A164A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7535" r="17150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93" y="925831"/>
            <a:ext cx="4641481" cy="13601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latin typeface="+mj-lt"/>
              </a:rPr>
              <a:t>Thank You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6550958" cy="2074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“Be like the honeybee who gathers only nectar wherever it goes. Seek the goodness that is found in everyone.”</a:t>
            </a:r>
            <a:br>
              <a:rPr lang="en-US" sz="1700" dirty="0">
                <a:latin typeface="+mn-lt"/>
              </a:rPr>
            </a:br>
            <a:r>
              <a:rPr lang="en-US" sz="1700" dirty="0">
                <a:latin typeface="+mn-lt"/>
              </a:rPr>
              <a:t>-- </a:t>
            </a:r>
            <a:r>
              <a:rPr lang="en-US" sz="1700" b="1" dirty="0">
                <a:latin typeface="+mn-lt"/>
              </a:rPr>
              <a:t>Mata Amritanandamayi</a:t>
            </a:r>
            <a:endParaRPr lang="en-US" sz="17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411682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Cover p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3CD6CE29747349A5A94DA81629FDC5" ma:contentTypeVersion="11" ma:contentTypeDescription="Create a new document." ma:contentTypeScope="" ma:versionID="dc06cc9d132ff9dbfd94d33746a170bc">
  <xsd:schema xmlns:xsd="http://www.w3.org/2001/XMLSchema" xmlns:xs="http://www.w3.org/2001/XMLSchema" xmlns:p="http://schemas.microsoft.com/office/2006/metadata/properties" xmlns:ns2="288a120d-550d-410d-8e83-3a0debd8f61a" xmlns:ns3="b2fc7224-56e7-4a56-81e9-64380d6fda13" targetNamespace="http://schemas.microsoft.com/office/2006/metadata/properties" ma:root="true" ma:fieldsID="3e4d2b7f430bf8adbb47ab8b4dbba55a" ns2:_="" ns3:_="">
    <xsd:import namespace="288a120d-550d-410d-8e83-3a0debd8f61a"/>
    <xsd:import namespace="b2fc7224-56e7-4a56-81e9-64380d6fda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8a120d-550d-410d-8e83-3a0debd8f6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c7224-56e7-4a56-81e9-64380d6fda1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6A51D3-70D6-4C59-A5F9-E965D4778D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8a120d-550d-410d-8e83-3a0debd8f61a"/>
    <ds:schemaRef ds:uri="b2fc7224-56e7-4a56-81e9-64380d6fd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4EAF80-A9B1-4397-8673-948369AFEF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86E6DA-5186-4C2D-B67F-DA1E8DD817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4484</TotalTime>
  <Words>1969</Words>
  <Application>Microsoft Office PowerPoint</Application>
  <PresentationFormat>Widescreen</PresentationFormat>
  <Paragraphs>561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Adobe Hebrew</vt:lpstr>
      <vt:lpstr>Arial</vt:lpstr>
      <vt:lpstr>Avenir Next LT Pro</vt:lpstr>
      <vt:lpstr>Calibri</vt:lpstr>
      <vt:lpstr>Futura</vt:lpstr>
      <vt:lpstr>Garamond</vt:lpstr>
      <vt:lpstr>High Tower Text</vt:lpstr>
      <vt:lpstr>Times New Roman</vt:lpstr>
      <vt:lpstr>Presentation Cover page</vt:lpstr>
      <vt:lpstr>Presentation slides</vt:lpstr>
      <vt:lpstr>Data Engineering &amp; Administration</vt:lpstr>
      <vt:lpstr>Un-Normalized Relation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Functional Dependency</vt:lpstr>
      <vt:lpstr>PowerPoint Presentation</vt:lpstr>
      <vt:lpstr>PowerPoint Presentation</vt:lpstr>
      <vt:lpstr>How to check the F.D.</vt:lpstr>
      <vt:lpstr>PowerPoint Presentation</vt:lpstr>
      <vt:lpstr>Types of F.D</vt:lpstr>
      <vt:lpstr>PowerPoint Presentation</vt:lpstr>
      <vt:lpstr>PowerPoint Presentation</vt:lpstr>
      <vt:lpstr>PowerPoint Presentation</vt:lpstr>
      <vt:lpstr>PowerPoint Presentation</vt:lpstr>
      <vt:lpstr>Fully functionally dependent</vt:lpstr>
      <vt:lpstr>An example for  Fully functionally dependent</vt:lpstr>
      <vt:lpstr>Partial Dependency </vt:lpstr>
      <vt:lpstr>PowerPoint Presentation</vt:lpstr>
      <vt:lpstr>Transitive Dependency</vt:lpstr>
      <vt:lpstr>PowerPoint Presentation</vt:lpstr>
      <vt:lpstr>First Normal Form</vt:lpstr>
      <vt:lpstr>PowerPoint Presentation</vt:lpstr>
      <vt:lpstr>PowerPoint Presentation</vt:lpstr>
      <vt:lpstr>PowerPoint Presentation</vt:lpstr>
      <vt:lpstr>PowerPoint Presentation</vt:lpstr>
      <vt:lpstr>Second Normal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3NF</vt:lpstr>
      <vt:lpstr>Third Normal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Nidheesh M.</dc:creator>
  <cp:lastModifiedBy>Nidheesh M.</cp:lastModifiedBy>
  <cp:revision>23</cp:revision>
  <dcterms:created xsi:type="dcterms:W3CDTF">2020-07-03T08:40:50Z</dcterms:created>
  <dcterms:modified xsi:type="dcterms:W3CDTF">2024-11-12T04:34:35Z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0x010100643CD6CE29747349A5A94DA81629FDC5</vt:lpwstr>
  </property>
</Properties>
</file>