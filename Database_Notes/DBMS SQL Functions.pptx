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 id="2147483660" r:id="rId5"/>
  </p:sldMasterIdLst>
  <p:notesMasterIdLst>
    <p:notesMasterId r:id="rId33"/>
  </p:notesMasterIdLst>
  <p:handoutMasterIdLst>
    <p:handoutMasterId r:id="rId34"/>
  </p:handoutMasterIdLst>
  <p:sldIdLst>
    <p:sldId id="271"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374" r:id="rId20"/>
    <p:sldId id="272" r:id="rId21"/>
    <p:sldId id="273" r:id="rId22"/>
    <p:sldId id="274" r:id="rId23"/>
    <p:sldId id="375" r:id="rId24"/>
    <p:sldId id="276" r:id="rId25"/>
    <p:sldId id="277" r:id="rId26"/>
    <p:sldId id="376" r:id="rId27"/>
    <p:sldId id="278" r:id="rId28"/>
    <p:sldId id="279" r:id="rId29"/>
    <p:sldId id="280" r:id="rId30"/>
    <p:sldId id="281"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53462AE-9573-49B2-954C-E627E9F9ABD3}">
          <p14:sldIdLst>
            <p14:sldId id="271"/>
            <p14:sldId id="258"/>
            <p14:sldId id="259"/>
            <p14:sldId id="260"/>
            <p14:sldId id="261"/>
            <p14:sldId id="262"/>
            <p14:sldId id="263"/>
            <p14:sldId id="264"/>
            <p14:sldId id="265"/>
            <p14:sldId id="266"/>
            <p14:sldId id="267"/>
            <p14:sldId id="268"/>
            <p14:sldId id="269"/>
            <p14:sldId id="270"/>
            <p14:sldId id="374"/>
            <p14:sldId id="272"/>
            <p14:sldId id="273"/>
            <p14:sldId id="274"/>
            <p14:sldId id="375"/>
            <p14:sldId id="276"/>
            <p14:sldId id="277"/>
            <p14:sldId id="376"/>
            <p14:sldId id="278"/>
            <p14:sldId id="279"/>
            <p14:sldId id="280"/>
            <p14:sldId id="281"/>
            <p14:sldId id="27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14D"/>
    <a:srgbClr val="000000"/>
    <a:srgbClr val="B61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E410B2-65F5-43DD-83E6-430790417EB4}" v="150" dt="2023-01-03T18:58:24.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9"/>
    <p:restoredTop sz="94731"/>
  </p:normalViewPr>
  <p:slideViewPr>
    <p:cSldViewPr snapToGrid="0">
      <p:cViewPr varScale="1">
        <p:scale>
          <a:sx n="59" d="100"/>
          <a:sy n="59" d="100"/>
        </p:scale>
        <p:origin x="888" y="2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9" d="100"/>
          <a:sy n="119" d="100"/>
        </p:scale>
        <p:origin x="512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dheesh M" userId="ba23f043-57f5-4ea1-9cac-0e86480d769c" providerId="ADAL" clId="{81E410B2-65F5-43DD-83E6-430790417EB4}"/>
    <pc:docChg chg="undo custSel addSld delSld modSld modSection">
      <pc:chgData name="Nidheesh M" userId="ba23f043-57f5-4ea1-9cac-0e86480d769c" providerId="ADAL" clId="{81E410B2-65F5-43DD-83E6-430790417EB4}" dt="2023-01-03T19:03:16.182" v="239" actId="14100"/>
      <pc:docMkLst>
        <pc:docMk/>
      </pc:docMkLst>
      <pc:sldChg chg="add">
        <pc:chgData name="Nidheesh M" userId="ba23f043-57f5-4ea1-9cac-0e86480d769c" providerId="ADAL" clId="{81E410B2-65F5-43DD-83E6-430790417EB4}" dt="2023-01-03T18:37:52.684" v="1"/>
        <pc:sldMkLst>
          <pc:docMk/>
          <pc:sldMk cId="0" sldId="258"/>
        </pc:sldMkLst>
      </pc:sldChg>
      <pc:sldChg chg="add">
        <pc:chgData name="Nidheesh M" userId="ba23f043-57f5-4ea1-9cac-0e86480d769c" providerId="ADAL" clId="{81E410B2-65F5-43DD-83E6-430790417EB4}" dt="2023-01-03T18:37:52.684" v="1"/>
        <pc:sldMkLst>
          <pc:docMk/>
          <pc:sldMk cId="0" sldId="259"/>
        </pc:sldMkLst>
      </pc:sldChg>
      <pc:sldChg chg="modSp add mod">
        <pc:chgData name="Nidheesh M" userId="ba23f043-57f5-4ea1-9cac-0e86480d769c" providerId="ADAL" clId="{81E410B2-65F5-43DD-83E6-430790417EB4}" dt="2023-01-03T18:43:39.352" v="42" actId="1035"/>
        <pc:sldMkLst>
          <pc:docMk/>
          <pc:sldMk cId="0" sldId="260"/>
        </pc:sldMkLst>
        <pc:spChg chg="mod">
          <ac:chgData name="Nidheesh M" userId="ba23f043-57f5-4ea1-9cac-0e86480d769c" providerId="ADAL" clId="{81E410B2-65F5-43DD-83E6-430790417EB4}" dt="2023-01-03T18:43:39.352" v="42" actId="1035"/>
          <ac:spMkLst>
            <pc:docMk/>
            <pc:sldMk cId="0" sldId="260"/>
            <ac:spMk id="7170" creationId="{51A06EBB-4BDF-EBF1-7ACC-298924F5154D}"/>
          </ac:spMkLst>
        </pc:spChg>
        <pc:spChg chg="mod">
          <ac:chgData name="Nidheesh M" userId="ba23f043-57f5-4ea1-9cac-0e86480d769c" providerId="ADAL" clId="{81E410B2-65F5-43DD-83E6-430790417EB4}" dt="2023-01-03T18:43:39.352" v="42" actId="1035"/>
          <ac:spMkLst>
            <pc:docMk/>
            <pc:sldMk cId="0" sldId="260"/>
            <ac:spMk id="7171" creationId="{4A2AD8F7-88DA-28CC-783A-1FDD5D74FD63}"/>
          </ac:spMkLst>
        </pc:spChg>
        <pc:spChg chg="mod">
          <ac:chgData name="Nidheesh M" userId="ba23f043-57f5-4ea1-9cac-0e86480d769c" providerId="ADAL" clId="{81E410B2-65F5-43DD-83E6-430790417EB4}" dt="2023-01-03T18:43:39.352" v="42" actId="1035"/>
          <ac:spMkLst>
            <pc:docMk/>
            <pc:sldMk cId="0" sldId="260"/>
            <ac:spMk id="7172" creationId="{3ACE37E1-0AE1-BD4A-DF90-29518BFF858D}"/>
          </ac:spMkLst>
        </pc:spChg>
      </pc:sldChg>
      <pc:sldChg chg="modSp add">
        <pc:chgData name="Nidheesh M" userId="ba23f043-57f5-4ea1-9cac-0e86480d769c" providerId="ADAL" clId="{81E410B2-65F5-43DD-83E6-430790417EB4}" dt="2023-01-03T18:43:54.308" v="63" actId="1035"/>
        <pc:sldMkLst>
          <pc:docMk/>
          <pc:sldMk cId="0" sldId="261"/>
        </pc:sldMkLst>
        <pc:spChg chg="mod">
          <ac:chgData name="Nidheesh M" userId="ba23f043-57f5-4ea1-9cac-0e86480d769c" providerId="ADAL" clId="{81E410B2-65F5-43DD-83E6-430790417EB4}" dt="2023-01-03T18:43:54.308" v="63" actId="1035"/>
          <ac:spMkLst>
            <pc:docMk/>
            <pc:sldMk cId="0" sldId="261"/>
            <ac:spMk id="8194" creationId="{234869B5-3F1D-12C7-3DE6-EDC34DB63E31}"/>
          </ac:spMkLst>
        </pc:spChg>
      </pc:sldChg>
      <pc:sldChg chg="modSp add mod">
        <pc:chgData name="Nidheesh M" userId="ba23f043-57f5-4ea1-9cac-0e86480d769c" providerId="ADAL" clId="{81E410B2-65F5-43DD-83E6-430790417EB4}" dt="2023-01-03T18:44:56.715" v="103" actId="14100"/>
        <pc:sldMkLst>
          <pc:docMk/>
          <pc:sldMk cId="0" sldId="262"/>
        </pc:sldMkLst>
        <pc:spChg chg="mod">
          <ac:chgData name="Nidheesh M" userId="ba23f043-57f5-4ea1-9cac-0e86480d769c" providerId="ADAL" clId="{81E410B2-65F5-43DD-83E6-430790417EB4}" dt="2023-01-03T18:44:56.715" v="103" actId="14100"/>
          <ac:spMkLst>
            <pc:docMk/>
            <pc:sldMk cId="0" sldId="262"/>
            <ac:spMk id="9218" creationId="{EC18BFEB-D6A6-678B-32E4-E6F33D9B2E73}"/>
          </ac:spMkLst>
        </pc:spChg>
        <pc:spChg chg="mod">
          <ac:chgData name="Nidheesh M" userId="ba23f043-57f5-4ea1-9cac-0e86480d769c" providerId="ADAL" clId="{81E410B2-65F5-43DD-83E6-430790417EB4}" dt="2023-01-03T18:44:41.767" v="100" actId="6549"/>
          <ac:spMkLst>
            <pc:docMk/>
            <pc:sldMk cId="0" sldId="262"/>
            <ac:spMk id="9219" creationId="{3E2E05F7-9791-4FF4-0023-A4DABC6BBBBF}"/>
          </ac:spMkLst>
        </pc:spChg>
      </pc:sldChg>
      <pc:sldChg chg="modSp add mod">
        <pc:chgData name="Nidheesh M" userId="ba23f043-57f5-4ea1-9cac-0e86480d769c" providerId="ADAL" clId="{81E410B2-65F5-43DD-83E6-430790417EB4}" dt="2023-01-03T18:48:49.287" v="112" actId="122"/>
        <pc:sldMkLst>
          <pc:docMk/>
          <pc:sldMk cId="0" sldId="263"/>
        </pc:sldMkLst>
        <pc:spChg chg="mod">
          <ac:chgData name="Nidheesh M" userId="ba23f043-57f5-4ea1-9cac-0e86480d769c" providerId="ADAL" clId="{81E410B2-65F5-43DD-83E6-430790417EB4}" dt="2023-01-03T18:48:49.287" v="112" actId="122"/>
          <ac:spMkLst>
            <pc:docMk/>
            <pc:sldMk cId="0" sldId="263"/>
            <ac:spMk id="10242" creationId="{0AA000AE-A3E5-3104-36F6-9E064307116D}"/>
          </ac:spMkLst>
        </pc:spChg>
      </pc:sldChg>
      <pc:sldChg chg="modSp add mod">
        <pc:chgData name="Nidheesh M" userId="ba23f043-57f5-4ea1-9cac-0e86480d769c" providerId="ADAL" clId="{81E410B2-65F5-43DD-83E6-430790417EB4}" dt="2023-01-03T18:48:42.485" v="110" actId="122"/>
        <pc:sldMkLst>
          <pc:docMk/>
          <pc:sldMk cId="0" sldId="264"/>
        </pc:sldMkLst>
        <pc:spChg chg="mod">
          <ac:chgData name="Nidheesh M" userId="ba23f043-57f5-4ea1-9cac-0e86480d769c" providerId="ADAL" clId="{81E410B2-65F5-43DD-83E6-430790417EB4}" dt="2023-01-03T18:48:42.485" v="110" actId="122"/>
          <ac:spMkLst>
            <pc:docMk/>
            <pc:sldMk cId="0" sldId="264"/>
            <ac:spMk id="11266" creationId="{E294CA19-CA59-186B-DB64-F9CF8499B673}"/>
          </ac:spMkLst>
        </pc:spChg>
      </pc:sldChg>
      <pc:sldChg chg="modSp add mod">
        <pc:chgData name="Nidheesh M" userId="ba23f043-57f5-4ea1-9cac-0e86480d769c" providerId="ADAL" clId="{81E410B2-65F5-43DD-83E6-430790417EB4}" dt="2023-01-03T18:49:11.277" v="116" actId="122"/>
        <pc:sldMkLst>
          <pc:docMk/>
          <pc:sldMk cId="0" sldId="265"/>
        </pc:sldMkLst>
        <pc:spChg chg="mod">
          <ac:chgData name="Nidheesh M" userId="ba23f043-57f5-4ea1-9cac-0e86480d769c" providerId="ADAL" clId="{81E410B2-65F5-43DD-83E6-430790417EB4}" dt="2023-01-03T18:49:11.277" v="116" actId="122"/>
          <ac:spMkLst>
            <pc:docMk/>
            <pc:sldMk cId="0" sldId="265"/>
            <ac:spMk id="12290" creationId="{E8030F23-B202-9C5B-456D-36541C76DB68}"/>
          </ac:spMkLst>
        </pc:spChg>
      </pc:sldChg>
      <pc:sldChg chg="modSp add mod">
        <pc:chgData name="Nidheesh M" userId="ba23f043-57f5-4ea1-9cac-0e86480d769c" providerId="ADAL" clId="{81E410B2-65F5-43DD-83E6-430790417EB4}" dt="2023-01-03T18:49:36.620" v="120" actId="122"/>
        <pc:sldMkLst>
          <pc:docMk/>
          <pc:sldMk cId="0" sldId="266"/>
        </pc:sldMkLst>
        <pc:spChg chg="mod">
          <ac:chgData name="Nidheesh M" userId="ba23f043-57f5-4ea1-9cac-0e86480d769c" providerId="ADAL" clId="{81E410B2-65F5-43DD-83E6-430790417EB4}" dt="2023-01-03T18:49:36.620" v="120" actId="122"/>
          <ac:spMkLst>
            <pc:docMk/>
            <pc:sldMk cId="0" sldId="266"/>
            <ac:spMk id="13314" creationId="{742E4BC9-6572-1FBA-AB57-FBBA12420892}"/>
          </ac:spMkLst>
        </pc:spChg>
      </pc:sldChg>
      <pc:sldChg chg="modSp add mod">
        <pc:chgData name="Nidheesh M" userId="ba23f043-57f5-4ea1-9cac-0e86480d769c" providerId="ADAL" clId="{81E410B2-65F5-43DD-83E6-430790417EB4}" dt="2023-01-03T18:50:03.826" v="124" actId="122"/>
        <pc:sldMkLst>
          <pc:docMk/>
          <pc:sldMk cId="0" sldId="267"/>
        </pc:sldMkLst>
        <pc:spChg chg="mod">
          <ac:chgData name="Nidheesh M" userId="ba23f043-57f5-4ea1-9cac-0e86480d769c" providerId="ADAL" clId="{81E410B2-65F5-43DD-83E6-430790417EB4}" dt="2023-01-03T18:50:03.826" v="124" actId="122"/>
          <ac:spMkLst>
            <pc:docMk/>
            <pc:sldMk cId="0" sldId="267"/>
            <ac:spMk id="14338" creationId="{36390BE7-96BA-FB9A-011B-7EFD1B0917F3}"/>
          </ac:spMkLst>
        </pc:spChg>
      </pc:sldChg>
      <pc:sldChg chg="modSp add mod">
        <pc:chgData name="Nidheesh M" userId="ba23f043-57f5-4ea1-9cac-0e86480d769c" providerId="ADAL" clId="{81E410B2-65F5-43DD-83E6-430790417EB4}" dt="2023-01-03T18:50:39.155" v="134" actId="122"/>
        <pc:sldMkLst>
          <pc:docMk/>
          <pc:sldMk cId="0" sldId="268"/>
        </pc:sldMkLst>
        <pc:spChg chg="mod">
          <ac:chgData name="Nidheesh M" userId="ba23f043-57f5-4ea1-9cac-0e86480d769c" providerId="ADAL" clId="{81E410B2-65F5-43DD-83E6-430790417EB4}" dt="2023-01-03T18:50:39.155" v="134" actId="122"/>
          <ac:spMkLst>
            <pc:docMk/>
            <pc:sldMk cId="0" sldId="268"/>
            <ac:spMk id="15362" creationId="{642671AD-82B1-523D-3827-D5C6D12D9E35}"/>
          </ac:spMkLst>
        </pc:spChg>
      </pc:sldChg>
      <pc:sldChg chg="modSp add mod">
        <pc:chgData name="Nidheesh M" userId="ba23f043-57f5-4ea1-9cac-0e86480d769c" providerId="ADAL" clId="{81E410B2-65F5-43DD-83E6-430790417EB4}" dt="2023-01-03T18:51:40.036" v="152" actId="114"/>
        <pc:sldMkLst>
          <pc:docMk/>
          <pc:sldMk cId="0" sldId="269"/>
        </pc:sldMkLst>
        <pc:spChg chg="mod">
          <ac:chgData name="Nidheesh M" userId="ba23f043-57f5-4ea1-9cac-0e86480d769c" providerId="ADAL" clId="{81E410B2-65F5-43DD-83E6-430790417EB4}" dt="2023-01-03T18:51:40.036" v="152" actId="114"/>
          <ac:spMkLst>
            <pc:docMk/>
            <pc:sldMk cId="0" sldId="269"/>
            <ac:spMk id="16386" creationId="{BF28E168-02E0-2E75-75B1-6016F1B2AF63}"/>
          </ac:spMkLst>
        </pc:spChg>
      </pc:sldChg>
      <pc:sldChg chg="modSp add mod">
        <pc:chgData name="Nidheesh M" userId="ba23f043-57f5-4ea1-9cac-0e86480d769c" providerId="ADAL" clId="{81E410B2-65F5-43DD-83E6-430790417EB4}" dt="2023-01-03T18:51:57.039" v="156" actId="122"/>
        <pc:sldMkLst>
          <pc:docMk/>
          <pc:sldMk cId="0" sldId="270"/>
        </pc:sldMkLst>
        <pc:spChg chg="mod">
          <ac:chgData name="Nidheesh M" userId="ba23f043-57f5-4ea1-9cac-0e86480d769c" providerId="ADAL" clId="{81E410B2-65F5-43DD-83E6-430790417EB4}" dt="2023-01-03T18:51:57.039" v="156" actId="122"/>
          <ac:spMkLst>
            <pc:docMk/>
            <pc:sldMk cId="0" sldId="270"/>
            <ac:spMk id="17410" creationId="{88F96AD5-752D-F8CC-DF4D-A27343476CA2}"/>
          </ac:spMkLst>
        </pc:spChg>
      </pc:sldChg>
      <pc:sldChg chg="modSp mod">
        <pc:chgData name="Nidheesh M" userId="ba23f043-57f5-4ea1-9cac-0e86480d769c" providerId="ADAL" clId="{81E410B2-65F5-43DD-83E6-430790417EB4}" dt="2023-01-03T19:03:16.182" v="239" actId="14100"/>
        <pc:sldMkLst>
          <pc:docMk/>
          <pc:sldMk cId="2430981963" sldId="271"/>
        </pc:sldMkLst>
        <pc:spChg chg="mod">
          <ac:chgData name="Nidheesh M" userId="ba23f043-57f5-4ea1-9cac-0e86480d769c" providerId="ADAL" clId="{81E410B2-65F5-43DD-83E6-430790417EB4}" dt="2023-01-03T19:03:16.182" v="239" actId="14100"/>
          <ac:spMkLst>
            <pc:docMk/>
            <pc:sldMk cId="2430981963" sldId="271"/>
            <ac:spMk id="2" creationId="{00000000-0000-0000-0000-000000000000}"/>
          </ac:spMkLst>
        </pc:spChg>
      </pc:sldChg>
      <pc:sldChg chg="modSp add mod">
        <pc:chgData name="Nidheesh M" userId="ba23f043-57f5-4ea1-9cac-0e86480d769c" providerId="ADAL" clId="{81E410B2-65F5-43DD-83E6-430790417EB4}" dt="2023-01-03T18:52:58.686" v="165" actId="20577"/>
        <pc:sldMkLst>
          <pc:docMk/>
          <pc:sldMk cId="0" sldId="272"/>
        </pc:sldMkLst>
        <pc:spChg chg="mod">
          <ac:chgData name="Nidheesh M" userId="ba23f043-57f5-4ea1-9cac-0e86480d769c" providerId="ADAL" clId="{81E410B2-65F5-43DD-83E6-430790417EB4}" dt="2023-01-03T18:52:58.686" v="165" actId="20577"/>
          <ac:spMkLst>
            <pc:docMk/>
            <pc:sldMk cId="0" sldId="272"/>
            <ac:spMk id="19458" creationId="{BF63A419-2FFB-934D-27AA-EE41C3782AB7}"/>
          </ac:spMkLst>
        </pc:spChg>
      </pc:sldChg>
      <pc:sldChg chg="modSp add mod">
        <pc:chgData name="Nidheesh M" userId="ba23f043-57f5-4ea1-9cac-0e86480d769c" providerId="ADAL" clId="{81E410B2-65F5-43DD-83E6-430790417EB4}" dt="2023-01-03T18:53:32.415" v="169" actId="122"/>
        <pc:sldMkLst>
          <pc:docMk/>
          <pc:sldMk cId="0" sldId="273"/>
        </pc:sldMkLst>
        <pc:spChg chg="mod">
          <ac:chgData name="Nidheesh M" userId="ba23f043-57f5-4ea1-9cac-0e86480d769c" providerId="ADAL" clId="{81E410B2-65F5-43DD-83E6-430790417EB4}" dt="2023-01-03T18:53:32.415" v="169" actId="122"/>
          <ac:spMkLst>
            <pc:docMk/>
            <pc:sldMk cId="0" sldId="273"/>
            <ac:spMk id="20482" creationId="{88234E09-DDCE-BE52-5297-FB8C3A1B4F3D}"/>
          </ac:spMkLst>
        </pc:spChg>
      </pc:sldChg>
      <pc:sldChg chg="modSp add mod">
        <pc:chgData name="Nidheesh M" userId="ba23f043-57f5-4ea1-9cac-0e86480d769c" providerId="ADAL" clId="{81E410B2-65F5-43DD-83E6-430790417EB4}" dt="2023-01-03T18:54:08.347" v="178" actId="122"/>
        <pc:sldMkLst>
          <pc:docMk/>
          <pc:sldMk cId="0" sldId="274"/>
        </pc:sldMkLst>
        <pc:spChg chg="mod">
          <ac:chgData name="Nidheesh M" userId="ba23f043-57f5-4ea1-9cac-0e86480d769c" providerId="ADAL" clId="{81E410B2-65F5-43DD-83E6-430790417EB4}" dt="2023-01-03T18:54:08.347" v="178" actId="122"/>
          <ac:spMkLst>
            <pc:docMk/>
            <pc:sldMk cId="0" sldId="274"/>
            <ac:spMk id="21506" creationId="{8ED4AB90-841B-ECAC-4AE1-23039109B0ED}"/>
          </ac:spMkLst>
        </pc:spChg>
      </pc:sldChg>
      <pc:sldChg chg="modSp add mod">
        <pc:chgData name="Nidheesh M" userId="ba23f043-57f5-4ea1-9cac-0e86480d769c" providerId="ADAL" clId="{81E410B2-65F5-43DD-83E6-430790417EB4}" dt="2023-01-03T18:54:52.887" v="184" actId="122"/>
        <pc:sldMkLst>
          <pc:docMk/>
          <pc:sldMk cId="0" sldId="276"/>
        </pc:sldMkLst>
        <pc:spChg chg="mod">
          <ac:chgData name="Nidheesh M" userId="ba23f043-57f5-4ea1-9cac-0e86480d769c" providerId="ADAL" clId="{81E410B2-65F5-43DD-83E6-430790417EB4}" dt="2023-01-03T18:54:52.887" v="184" actId="122"/>
          <ac:spMkLst>
            <pc:docMk/>
            <pc:sldMk cId="0" sldId="276"/>
            <ac:spMk id="23554" creationId="{912F613B-C952-5021-5036-29C743D6BF9C}"/>
          </ac:spMkLst>
        </pc:spChg>
      </pc:sldChg>
      <pc:sldChg chg="delSp modSp add mod">
        <pc:chgData name="Nidheesh M" userId="ba23f043-57f5-4ea1-9cac-0e86480d769c" providerId="ADAL" clId="{81E410B2-65F5-43DD-83E6-430790417EB4}" dt="2023-01-03T18:55:56.625" v="193" actId="1076"/>
        <pc:sldMkLst>
          <pc:docMk/>
          <pc:sldMk cId="0" sldId="277"/>
        </pc:sldMkLst>
        <pc:spChg chg="mod">
          <ac:chgData name="Nidheesh M" userId="ba23f043-57f5-4ea1-9cac-0e86480d769c" providerId="ADAL" clId="{81E410B2-65F5-43DD-83E6-430790417EB4}" dt="2023-01-03T18:55:56.625" v="193" actId="1076"/>
          <ac:spMkLst>
            <pc:docMk/>
            <pc:sldMk cId="0" sldId="277"/>
            <ac:spMk id="24579" creationId="{CFFD50F2-DCAA-8AE2-73C7-9A3770A62B35}"/>
          </ac:spMkLst>
        </pc:spChg>
        <pc:spChg chg="del mod">
          <ac:chgData name="Nidheesh M" userId="ba23f043-57f5-4ea1-9cac-0e86480d769c" providerId="ADAL" clId="{81E410B2-65F5-43DD-83E6-430790417EB4}" dt="2023-01-03T18:55:51.985" v="192" actId="21"/>
          <ac:spMkLst>
            <pc:docMk/>
            <pc:sldMk cId="0" sldId="277"/>
            <ac:spMk id="24580" creationId="{28F03A18-5F84-0627-8473-00A8671E79F4}"/>
          </ac:spMkLst>
        </pc:spChg>
      </pc:sldChg>
      <pc:sldChg chg="modSp add">
        <pc:chgData name="Nidheesh M" userId="ba23f043-57f5-4ea1-9cac-0e86480d769c" providerId="ADAL" clId="{81E410B2-65F5-43DD-83E6-430790417EB4}" dt="2023-01-03T18:56:21.258" v="197" actId="14100"/>
        <pc:sldMkLst>
          <pc:docMk/>
          <pc:sldMk cId="0" sldId="278"/>
        </pc:sldMkLst>
        <pc:spChg chg="mod">
          <ac:chgData name="Nidheesh M" userId="ba23f043-57f5-4ea1-9cac-0e86480d769c" providerId="ADAL" clId="{81E410B2-65F5-43DD-83E6-430790417EB4}" dt="2023-01-03T18:56:21.258" v="197" actId="14100"/>
          <ac:spMkLst>
            <pc:docMk/>
            <pc:sldMk cId="0" sldId="278"/>
            <ac:spMk id="25602" creationId="{1B870891-319C-BE6A-2E7F-52DF66D5D014}"/>
          </ac:spMkLst>
        </pc:spChg>
      </pc:sldChg>
      <pc:sldChg chg="modSp add">
        <pc:chgData name="Nidheesh M" userId="ba23f043-57f5-4ea1-9cac-0e86480d769c" providerId="ADAL" clId="{81E410B2-65F5-43DD-83E6-430790417EB4}" dt="2023-01-03T18:56:56.398" v="201" actId="14100"/>
        <pc:sldMkLst>
          <pc:docMk/>
          <pc:sldMk cId="0" sldId="279"/>
        </pc:sldMkLst>
        <pc:spChg chg="mod">
          <ac:chgData name="Nidheesh M" userId="ba23f043-57f5-4ea1-9cac-0e86480d769c" providerId="ADAL" clId="{81E410B2-65F5-43DD-83E6-430790417EB4}" dt="2023-01-03T18:56:44.744" v="199" actId="14100"/>
          <ac:spMkLst>
            <pc:docMk/>
            <pc:sldMk cId="0" sldId="279"/>
            <ac:spMk id="26626" creationId="{7CF7D250-DD38-9253-8187-E5E8BA1962B5}"/>
          </ac:spMkLst>
        </pc:spChg>
        <pc:spChg chg="mod">
          <ac:chgData name="Nidheesh M" userId="ba23f043-57f5-4ea1-9cac-0e86480d769c" providerId="ADAL" clId="{81E410B2-65F5-43DD-83E6-430790417EB4}" dt="2023-01-03T18:56:56.398" v="201" actId="14100"/>
          <ac:spMkLst>
            <pc:docMk/>
            <pc:sldMk cId="0" sldId="279"/>
            <ac:spMk id="26627" creationId="{B1E90D99-7AEE-3F9E-DA1A-3E0B7F584BEE}"/>
          </ac:spMkLst>
        </pc:spChg>
      </pc:sldChg>
      <pc:sldChg chg="modSp add mod">
        <pc:chgData name="Nidheesh M" userId="ba23f043-57f5-4ea1-9cac-0e86480d769c" providerId="ADAL" clId="{81E410B2-65F5-43DD-83E6-430790417EB4}" dt="2023-01-03T18:57:33.552" v="209" actId="14100"/>
        <pc:sldMkLst>
          <pc:docMk/>
          <pc:sldMk cId="0" sldId="280"/>
        </pc:sldMkLst>
        <pc:spChg chg="mod">
          <ac:chgData name="Nidheesh M" userId="ba23f043-57f5-4ea1-9cac-0e86480d769c" providerId="ADAL" clId="{81E410B2-65F5-43DD-83E6-430790417EB4}" dt="2023-01-03T18:57:33.552" v="209" actId="14100"/>
          <ac:spMkLst>
            <pc:docMk/>
            <pc:sldMk cId="0" sldId="280"/>
            <ac:spMk id="27650" creationId="{DBA18850-69A7-BAAE-A2F6-7F08CBD596EF}"/>
          </ac:spMkLst>
        </pc:spChg>
      </pc:sldChg>
      <pc:sldChg chg="modSp add mod">
        <pc:chgData name="Nidheesh M" userId="ba23f043-57f5-4ea1-9cac-0e86480d769c" providerId="ADAL" clId="{81E410B2-65F5-43DD-83E6-430790417EB4}" dt="2023-01-03T18:58:08.410" v="216" actId="122"/>
        <pc:sldMkLst>
          <pc:docMk/>
          <pc:sldMk cId="0" sldId="281"/>
        </pc:sldMkLst>
        <pc:spChg chg="mod">
          <ac:chgData name="Nidheesh M" userId="ba23f043-57f5-4ea1-9cac-0e86480d769c" providerId="ADAL" clId="{81E410B2-65F5-43DD-83E6-430790417EB4}" dt="2023-01-03T18:58:08.410" v="216" actId="122"/>
          <ac:spMkLst>
            <pc:docMk/>
            <pc:sldMk cId="0" sldId="281"/>
            <ac:spMk id="28674" creationId="{941C054F-8479-772F-4D87-A478CA560E2A}"/>
          </ac:spMkLst>
        </pc:spChg>
      </pc:sldChg>
      <pc:sldChg chg="modSp add del">
        <pc:chgData name="Nidheesh M" userId="ba23f043-57f5-4ea1-9cac-0e86480d769c" providerId="ADAL" clId="{81E410B2-65F5-43DD-83E6-430790417EB4}" dt="2023-01-03T18:58:53.280" v="220" actId="47"/>
        <pc:sldMkLst>
          <pc:docMk/>
          <pc:sldMk cId="0" sldId="282"/>
        </pc:sldMkLst>
        <pc:spChg chg="mod">
          <ac:chgData name="Nidheesh M" userId="ba23f043-57f5-4ea1-9cac-0e86480d769c" providerId="ADAL" clId="{81E410B2-65F5-43DD-83E6-430790417EB4}" dt="2023-01-03T18:58:24.922" v="218" actId="14100"/>
          <ac:spMkLst>
            <pc:docMk/>
            <pc:sldMk cId="0" sldId="282"/>
            <ac:spMk id="29698" creationId="{360C9BB8-CB90-85E8-5593-5B66FCDBB31C}"/>
          </ac:spMkLst>
        </pc:spChg>
      </pc:sldChg>
      <pc:sldChg chg="add del">
        <pc:chgData name="Nidheesh M" userId="ba23f043-57f5-4ea1-9cac-0e86480d769c" providerId="ADAL" clId="{81E410B2-65F5-43DD-83E6-430790417EB4}" dt="2023-01-03T18:58:50.387" v="219" actId="47"/>
        <pc:sldMkLst>
          <pc:docMk/>
          <pc:sldMk cId="0" sldId="283"/>
        </pc:sldMkLst>
      </pc:sldChg>
      <pc:sldChg chg="add del">
        <pc:chgData name="Nidheesh M" userId="ba23f043-57f5-4ea1-9cac-0e86480d769c" providerId="ADAL" clId="{81E410B2-65F5-43DD-83E6-430790417EB4}" dt="2023-01-03T18:58:50.387" v="219" actId="47"/>
        <pc:sldMkLst>
          <pc:docMk/>
          <pc:sldMk cId="0" sldId="284"/>
        </pc:sldMkLst>
      </pc:sldChg>
      <pc:sldChg chg="add del">
        <pc:chgData name="Nidheesh M" userId="ba23f043-57f5-4ea1-9cac-0e86480d769c" providerId="ADAL" clId="{81E410B2-65F5-43DD-83E6-430790417EB4}" dt="2023-01-03T18:58:50.387" v="219" actId="47"/>
        <pc:sldMkLst>
          <pc:docMk/>
          <pc:sldMk cId="0" sldId="285"/>
        </pc:sldMkLst>
      </pc:sldChg>
      <pc:sldChg chg="add del">
        <pc:chgData name="Nidheesh M" userId="ba23f043-57f5-4ea1-9cac-0e86480d769c" providerId="ADAL" clId="{81E410B2-65F5-43DD-83E6-430790417EB4}" dt="2023-01-03T18:58:50.387" v="219" actId="47"/>
        <pc:sldMkLst>
          <pc:docMk/>
          <pc:sldMk cId="0" sldId="286"/>
        </pc:sldMkLst>
      </pc:sldChg>
      <pc:sldChg chg="add del">
        <pc:chgData name="Nidheesh M" userId="ba23f043-57f5-4ea1-9cac-0e86480d769c" providerId="ADAL" clId="{81E410B2-65F5-43DD-83E6-430790417EB4}" dt="2023-01-03T18:58:50.387" v="219" actId="47"/>
        <pc:sldMkLst>
          <pc:docMk/>
          <pc:sldMk cId="0" sldId="287"/>
        </pc:sldMkLst>
      </pc:sldChg>
      <pc:sldChg chg="add del">
        <pc:chgData name="Nidheesh M" userId="ba23f043-57f5-4ea1-9cac-0e86480d769c" providerId="ADAL" clId="{81E410B2-65F5-43DD-83E6-430790417EB4}" dt="2023-01-03T18:58:50.387" v="219" actId="47"/>
        <pc:sldMkLst>
          <pc:docMk/>
          <pc:sldMk cId="0" sldId="288"/>
        </pc:sldMkLst>
      </pc:sldChg>
      <pc:sldChg chg="add del">
        <pc:chgData name="Nidheesh M" userId="ba23f043-57f5-4ea1-9cac-0e86480d769c" providerId="ADAL" clId="{81E410B2-65F5-43DD-83E6-430790417EB4}" dt="2023-01-03T18:58:50.387" v="219" actId="47"/>
        <pc:sldMkLst>
          <pc:docMk/>
          <pc:sldMk cId="0" sldId="289"/>
        </pc:sldMkLst>
      </pc:sldChg>
      <pc:sldChg chg="add del">
        <pc:chgData name="Nidheesh M" userId="ba23f043-57f5-4ea1-9cac-0e86480d769c" providerId="ADAL" clId="{81E410B2-65F5-43DD-83E6-430790417EB4}" dt="2023-01-03T18:58:50.387" v="219" actId="47"/>
        <pc:sldMkLst>
          <pc:docMk/>
          <pc:sldMk cId="0" sldId="290"/>
        </pc:sldMkLst>
      </pc:sldChg>
      <pc:sldChg chg="add del">
        <pc:chgData name="Nidheesh M" userId="ba23f043-57f5-4ea1-9cac-0e86480d769c" providerId="ADAL" clId="{81E410B2-65F5-43DD-83E6-430790417EB4}" dt="2023-01-03T18:58:50.387" v="219" actId="47"/>
        <pc:sldMkLst>
          <pc:docMk/>
          <pc:sldMk cId="0" sldId="291"/>
        </pc:sldMkLst>
      </pc:sldChg>
      <pc:sldChg chg="add del">
        <pc:chgData name="Nidheesh M" userId="ba23f043-57f5-4ea1-9cac-0e86480d769c" providerId="ADAL" clId="{81E410B2-65F5-43DD-83E6-430790417EB4}" dt="2023-01-03T18:58:50.387" v="219" actId="47"/>
        <pc:sldMkLst>
          <pc:docMk/>
          <pc:sldMk cId="0" sldId="292"/>
        </pc:sldMkLst>
      </pc:sldChg>
      <pc:sldChg chg="del">
        <pc:chgData name="Nidheesh M" userId="ba23f043-57f5-4ea1-9cac-0e86480d769c" providerId="ADAL" clId="{81E410B2-65F5-43DD-83E6-430790417EB4}" dt="2023-01-03T18:36:21.435" v="0" actId="47"/>
        <pc:sldMkLst>
          <pc:docMk/>
          <pc:sldMk cId="0" sldId="368"/>
        </pc:sldMkLst>
      </pc:sldChg>
      <pc:sldChg chg="del">
        <pc:chgData name="Nidheesh M" userId="ba23f043-57f5-4ea1-9cac-0e86480d769c" providerId="ADAL" clId="{81E410B2-65F5-43DD-83E6-430790417EB4}" dt="2023-01-03T18:36:21.435" v="0" actId="47"/>
        <pc:sldMkLst>
          <pc:docMk/>
          <pc:sldMk cId="0" sldId="369"/>
        </pc:sldMkLst>
      </pc:sldChg>
      <pc:sldChg chg="del">
        <pc:chgData name="Nidheesh M" userId="ba23f043-57f5-4ea1-9cac-0e86480d769c" providerId="ADAL" clId="{81E410B2-65F5-43DD-83E6-430790417EB4}" dt="2023-01-03T18:36:21.435" v="0" actId="47"/>
        <pc:sldMkLst>
          <pc:docMk/>
          <pc:sldMk cId="0" sldId="370"/>
        </pc:sldMkLst>
      </pc:sldChg>
      <pc:sldChg chg="del">
        <pc:chgData name="Nidheesh M" userId="ba23f043-57f5-4ea1-9cac-0e86480d769c" providerId="ADAL" clId="{81E410B2-65F5-43DD-83E6-430790417EB4}" dt="2023-01-03T18:36:21.435" v="0" actId="47"/>
        <pc:sldMkLst>
          <pc:docMk/>
          <pc:sldMk cId="0" sldId="371"/>
        </pc:sldMkLst>
      </pc:sldChg>
      <pc:sldChg chg="del">
        <pc:chgData name="Nidheesh M" userId="ba23f043-57f5-4ea1-9cac-0e86480d769c" providerId="ADAL" clId="{81E410B2-65F5-43DD-83E6-430790417EB4}" dt="2023-01-03T18:36:21.435" v="0" actId="47"/>
        <pc:sldMkLst>
          <pc:docMk/>
          <pc:sldMk cId="0" sldId="372"/>
        </pc:sldMkLst>
      </pc:sldChg>
      <pc:sldChg chg="del">
        <pc:chgData name="Nidheesh M" userId="ba23f043-57f5-4ea1-9cac-0e86480d769c" providerId="ADAL" clId="{81E410B2-65F5-43DD-83E6-430790417EB4}" dt="2023-01-03T18:37:56.555" v="2" actId="47"/>
        <pc:sldMkLst>
          <pc:docMk/>
          <pc:sldMk cId="0" sldId="373"/>
        </pc:sldMkLst>
      </pc:sldChg>
      <pc:sldChg chg="modSp add mod">
        <pc:chgData name="Nidheesh M" userId="ba23f043-57f5-4ea1-9cac-0e86480d769c" providerId="ADAL" clId="{81E410B2-65F5-43DD-83E6-430790417EB4}" dt="2023-01-03T18:52:19.369" v="160" actId="122"/>
        <pc:sldMkLst>
          <pc:docMk/>
          <pc:sldMk cId="0" sldId="374"/>
        </pc:sldMkLst>
        <pc:spChg chg="mod">
          <ac:chgData name="Nidheesh M" userId="ba23f043-57f5-4ea1-9cac-0e86480d769c" providerId="ADAL" clId="{81E410B2-65F5-43DD-83E6-430790417EB4}" dt="2023-01-03T18:52:19.369" v="160" actId="122"/>
          <ac:spMkLst>
            <pc:docMk/>
            <pc:sldMk cId="0" sldId="374"/>
            <ac:spMk id="18434" creationId="{AE317738-8EC9-E8F7-9CCB-5965E970F748}"/>
          </ac:spMkLst>
        </pc:spChg>
      </pc:sldChg>
      <pc:sldChg chg="modSp add">
        <pc:chgData name="Nidheesh M" userId="ba23f043-57f5-4ea1-9cac-0e86480d769c" providerId="ADAL" clId="{81E410B2-65F5-43DD-83E6-430790417EB4}" dt="2023-01-03T18:54:27.186" v="180" actId="14100"/>
        <pc:sldMkLst>
          <pc:docMk/>
          <pc:sldMk cId="0" sldId="375"/>
        </pc:sldMkLst>
        <pc:spChg chg="mod">
          <ac:chgData name="Nidheesh M" userId="ba23f043-57f5-4ea1-9cac-0e86480d769c" providerId="ADAL" clId="{81E410B2-65F5-43DD-83E6-430790417EB4}" dt="2023-01-03T18:54:27.186" v="180" actId="14100"/>
          <ac:spMkLst>
            <pc:docMk/>
            <pc:sldMk cId="0" sldId="375"/>
            <ac:spMk id="22531" creationId="{BBBD4C9B-7AC5-399C-ABB7-1736B6B07980}"/>
          </ac:spMkLst>
        </pc:spChg>
      </pc:sldChg>
      <pc:sldChg chg="addSp modSp new">
        <pc:chgData name="Nidheesh M" userId="ba23f043-57f5-4ea1-9cac-0e86480d769c" providerId="ADAL" clId="{81E410B2-65F5-43DD-83E6-430790417EB4}" dt="2023-01-03T18:56:04.895" v="195" actId="1076"/>
        <pc:sldMkLst>
          <pc:docMk/>
          <pc:sldMk cId="2518064535" sldId="376"/>
        </pc:sldMkLst>
        <pc:spChg chg="add mod">
          <ac:chgData name="Nidheesh M" userId="ba23f043-57f5-4ea1-9cac-0e86480d769c" providerId="ADAL" clId="{81E410B2-65F5-43DD-83E6-430790417EB4}" dt="2023-01-03T18:56:04.895" v="195" actId="1076"/>
          <ac:spMkLst>
            <pc:docMk/>
            <pc:sldMk cId="2518064535" sldId="376"/>
            <ac:spMk id="2" creationId="{8E72814D-BDA2-688B-41EE-E735CF9545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216733F-15EF-1B4D-9226-92DE12E4B2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E19F92-688F-1448-9648-D71E817F42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78E583-B028-1D43-B6E1-2D2917F185DA}" type="datetimeFigureOut">
              <a:rPr lang="en-US" smtClean="0"/>
              <a:t>1/4/2023</a:t>
            </a:fld>
            <a:endParaRPr lang="en-US"/>
          </a:p>
        </p:txBody>
      </p:sp>
      <p:sp>
        <p:nvSpPr>
          <p:cNvPr id="4" name="Footer Placeholder 3">
            <a:extLst>
              <a:ext uri="{FF2B5EF4-FFF2-40B4-BE49-F238E27FC236}">
                <a16:creationId xmlns:a16="http://schemas.microsoft.com/office/drawing/2014/main" id="{9B983346-784F-2B42-840A-678DDF515D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E417335-AD71-B94A-AF41-1076FFA852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FAAAC5-8CF5-AB40-9262-A1CFC20CD13A}" type="slidenum">
              <a:rPr lang="en-US" smtClean="0"/>
              <a:t>‹#›</a:t>
            </a:fld>
            <a:endParaRPr lang="en-US"/>
          </a:p>
        </p:txBody>
      </p:sp>
    </p:spTree>
    <p:extLst>
      <p:ext uri="{BB962C8B-B14F-4D97-AF65-F5344CB8AC3E}">
        <p14:creationId xmlns:p14="http://schemas.microsoft.com/office/powerpoint/2010/main" val="28540199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039F3-1AAD-FC4D-A04F-76D148ABB792}" type="datetimeFigureOut">
              <a:rPr lang="en-US" smtClean="0"/>
              <a:t>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D66FC8-4927-614B-A5B7-98373311ADCF}" type="slidenum">
              <a:rPr lang="en-US" smtClean="0"/>
              <a:t>‹#›</a:t>
            </a:fld>
            <a:endParaRPr lang="en-US"/>
          </a:p>
        </p:txBody>
      </p:sp>
    </p:spTree>
    <p:extLst>
      <p:ext uri="{BB962C8B-B14F-4D97-AF65-F5344CB8AC3E}">
        <p14:creationId xmlns:p14="http://schemas.microsoft.com/office/powerpoint/2010/main" val="3120406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D66FC8-4927-614B-A5B7-98373311ADCF}" type="slidenum">
              <a:rPr lang="en-US" smtClean="0"/>
              <a:t>1</a:t>
            </a:fld>
            <a:endParaRPr lang="en-US"/>
          </a:p>
        </p:txBody>
      </p:sp>
    </p:spTree>
    <p:extLst>
      <p:ext uri="{BB962C8B-B14F-4D97-AF65-F5344CB8AC3E}">
        <p14:creationId xmlns:p14="http://schemas.microsoft.com/office/powerpoint/2010/main" val="3246417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A0D6956-3C25-9E56-6288-4063C44F59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87BBBCE-F1F4-451A-BDAA-C507276354A6}" type="slidenum">
              <a:rPr lang="en-US" altLang="en-US" sz="1200"/>
              <a:pPr eaLnBrk="1" hangingPunct="1"/>
              <a:t>2</a:t>
            </a:fld>
            <a:endParaRPr lang="en-US" altLang="en-US" sz="1200"/>
          </a:p>
        </p:txBody>
      </p:sp>
      <p:sp>
        <p:nvSpPr>
          <p:cNvPr id="44035" name="Rectangle 2">
            <a:extLst>
              <a:ext uri="{FF2B5EF4-FFF2-40B4-BE49-F238E27FC236}">
                <a16:creationId xmlns:a16="http://schemas.microsoft.com/office/drawing/2014/main" id="{55D1B364-9CB0-4BBE-1B30-D48960BAAAE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C1D22F93-4BBE-A173-1D15-45B185FCE9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1851A49-C815-8D79-AA29-16B3C63D6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41FD818-919A-42D6-B550-4FFB75F9ED39}" type="slidenum">
              <a:rPr lang="en-US" altLang="en-US" sz="1200"/>
              <a:pPr eaLnBrk="1" hangingPunct="1"/>
              <a:t>3</a:t>
            </a:fld>
            <a:endParaRPr lang="en-US" altLang="en-US" sz="1200"/>
          </a:p>
        </p:txBody>
      </p:sp>
      <p:sp>
        <p:nvSpPr>
          <p:cNvPr id="45059" name="Rectangle 2">
            <a:extLst>
              <a:ext uri="{FF2B5EF4-FFF2-40B4-BE49-F238E27FC236}">
                <a16:creationId xmlns:a16="http://schemas.microsoft.com/office/drawing/2014/main" id="{D484BAA3-528E-43E2-D495-F1BC7A0A365C}"/>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A46611E9-ED42-7B3B-E441-C9A9CD6589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294D785D-094D-490F-8347-A34B04C563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6FA241D-0C6B-40D6-AD7C-F5A87384EC84}" type="slidenum">
              <a:rPr lang="en-US" altLang="en-US" sz="1200"/>
              <a:pPr eaLnBrk="1" hangingPunct="1"/>
              <a:t>4</a:t>
            </a:fld>
            <a:endParaRPr lang="en-US" altLang="en-US" sz="1200"/>
          </a:p>
        </p:txBody>
      </p:sp>
      <p:sp>
        <p:nvSpPr>
          <p:cNvPr id="46083" name="Rectangle 2">
            <a:extLst>
              <a:ext uri="{FF2B5EF4-FFF2-40B4-BE49-F238E27FC236}">
                <a16:creationId xmlns:a16="http://schemas.microsoft.com/office/drawing/2014/main" id="{0BF5DCB5-F1E9-3678-2C11-FE8FC8003357}"/>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42124CD1-71FB-3E0B-18A1-95BA6F9AFE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BFDDCA9B-EEAF-F34C-95AE-2B0B66200D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486E3DB-F8A7-4694-B068-26B734C53E9D}" type="slidenum">
              <a:rPr lang="en-US" altLang="en-US" sz="1200"/>
              <a:pPr eaLnBrk="1" hangingPunct="1"/>
              <a:t>5</a:t>
            </a:fld>
            <a:endParaRPr lang="en-US" altLang="en-US" sz="1200"/>
          </a:p>
        </p:txBody>
      </p:sp>
      <p:sp>
        <p:nvSpPr>
          <p:cNvPr id="47107" name="Rectangle 2">
            <a:extLst>
              <a:ext uri="{FF2B5EF4-FFF2-40B4-BE49-F238E27FC236}">
                <a16:creationId xmlns:a16="http://schemas.microsoft.com/office/drawing/2014/main" id="{D2401C54-5E4C-8803-D3E7-478680390CCB}"/>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001327C-4AFF-C28A-C0A0-B844B29B0A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A70282C-A4C2-BEE2-D7C4-90B6E7BCD4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2CCCFE6-5084-4C11-A45B-E52F06A00518}" type="slidenum">
              <a:rPr lang="en-US" altLang="en-US" sz="1200"/>
              <a:pPr eaLnBrk="1" hangingPunct="1"/>
              <a:t>6</a:t>
            </a:fld>
            <a:endParaRPr lang="en-US" altLang="en-US" sz="1200"/>
          </a:p>
        </p:txBody>
      </p:sp>
      <p:sp>
        <p:nvSpPr>
          <p:cNvPr id="48131" name="Rectangle 2">
            <a:extLst>
              <a:ext uri="{FF2B5EF4-FFF2-40B4-BE49-F238E27FC236}">
                <a16:creationId xmlns:a16="http://schemas.microsoft.com/office/drawing/2014/main" id="{4833FA88-1E0C-32F1-E6BA-78B4D379543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CFDFB3E-8A2D-551B-4FA9-5E5EF6741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E182EB12-C0EC-26D5-BDD2-31B149096B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35E8B84-684A-4D5A-A803-7BBE7ABB2906}" type="slidenum">
              <a:rPr lang="en-US" altLang="en-US" sz="1200"/>
              <a:pPr eaLnBrk="1" hangingPunct="1"/>
              <a:t>7</a:t>
            </a:fld>
            <a:endParaRPr lang="en-US" altLang="en-US" sz="1200"/>
          </a:p>
        </p:txBody>
      </p:sp>
      <p:sp>
        <p:nvSpPr>
          <p:cNvPr id="49155" name="Rectangle 2">
            <a:extLst>
              <a:ext uri="{FF2B5EF4-FFF2-40B4-BE49-F238E27FC236}">
                <a16:creationId xmlns:a16="http://schemas.microsoft.com/office/drawing/2014/main" id="{A213B50A-038C-1789-DBE0-128F964E84E6}"/>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01DE4B09-F54D-C510-93AE-7F59633B70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C5EEC73-8BC1-98D5-342E-20222BD67F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9FE5BC7-F965-499E-9D81-42FE21370B31}" type="slidenum">
              <a:rPr lang="en-US" altLang="en-US" sz="1200"/>
              <a:pPr eaLnBrk="1" hangingPunct="1"/>
              <a:t>8</a:t>
            </a:fld>
            <a:endParaRPr lang="en-US" altLang="en-US" sz="1200"/>
          </a:p>
        </p:txBody>
      </p:sp>
      <p:sp>
        <p:nvSpPr>
          <p:cNvPr id="50179" name="Rectangle 2">
            <a:extLst>
              <a:ext uri="{FF2B5EF4-FFF2-40B4-BE49-F238E27FC236}">
                <a16:creationId xmlns:a16="http://schemas.microsoft.com/office/drawing/2014/main" id="{DD7F8626-38F1-BEBC-189A-B915EE1C0F42}"/>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67A06E07-3598-1EAF-D674-E07A907F9B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B2103DF-6E0F-A9DE-CC8F-4195A71E27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973C0D8-6383-44C5-A91F-876F4516B33B}" type="slidenum">
              <a:rPr lang="en-US" altLang="en-US" sz="1200"/>
              <a:pPr eaLnBrk="1" hangingPunct="1"/>
              <a:t>9</a:t>
            </a:fld>
            <a:endParaRPr lang="en-US" altLang="en-US" sz="1200"/>
          </a:p>
        </p:txBody>
      </p:sp>
      <p:sp>
        <p:nvSpPr>
          <p:cNvPr id="51203" name="Rectangle 2">
            <a:extLst>
              <a:ext uri="{FF2B5EF4-FFF2-40B4-BE49-F238E27FC236}">
                <a16:creationId xmlns:a16="http://schemas.microsoft.com/office/drawing/2014/main" id="{FB42832C-2A5C-4E5B-308F-DE394A0EB910}"/>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EB97A3D-1A0B-6017-DE49-7BEDE043A9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78749871-1822-A8B5-EC1C-99B77D35E9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7AE1B3C-089F-46BD-B022-E426C5F1A15B}" type="slidenum">
              <a:rPr lang="en-US" altLang="en-US" sz="1200"/>
              <a:pPr eaLnBrk="1" hangingPunct="1"/>
              <a:t>10</a:t>
            </a:fld>
            <a:endParaRPr lang="en-US" altLang="en-US" sz="1200"/>
          </a:p>
        </p:txBody>
      </p:sp>
      <p:sp>
        <p:nvSpPr>
          <p:cNvPr id="52227" name="Rectangle 2">
            <a:extLst>
              <a:ext uri="{FF2B5EF4-FFF2-40B4-BE49-F238E27FC236}">
                <a16:creationId xmlns:a16="http://schemas.microsoft.com/office/drawing/2014/main" id="{CFF0E871-3879-D07C-AFD8-931DE0201E44}"/>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A62713A1-D05B-77A6-844A-F59761D835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E85BC10-C541-1AE8-A0CB-A2C6A8A4ED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F52FEDE-2D44-4370-8001-E16888509153}" type="slidenum">
              <a:rPr lang="en-US" altLang="en-US" sz="1200"/>
              <a:pPr eaLnBrk="1" hangingPunct="1"/>
              <a:t>11</a:t>
            </a:fld>
            <a:endParaRPr lang="en-US" altLang="en-US" sz="1200"/>
          </a:p>
        </p:txBody>
      </p:sp>
      <p:sp>
        <p:nvSpPr>
          <p:cNvPr id="53251" name="Rectangle 2">
            <a:extLst>
              <a:ext uri="{FF2B5EF4-FFF2-40B4-BE49-F238E27FC236}">
                <a16:creationId xmlns:a16="http://schemas.microsoft.com/office/drawing/2014/main" id="{DD0702B3-0333-75C9-A3E0-87126726F38A}"/>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92588A06-9DEE-2E21-7BFB-CF3288AFF9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529F3EC5-B7E1-9C00-DDF2-01E90DC69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78BE3DD-5D83-477D-82C2-EA5353D6AB42}" type="slidenum">
              <a:rPr lang="en-US" altLang="en-US" sz="1200"/>
              <a:pPr eaLnBrk="1" hangingPunct="1"/>
              <a:t>12</a:t>
            </a:fld>
            <a:endParaRPr lang="en-US" altLang="en-US" sz="1200"/>
          </a:p>
        </p:txBody>
      </p:sp>
      <p:sp>
        <p:nvSpPr>
          <p:cNvPr id="54275" name="Rectangle 2">
            <a:extLst>
              <a:ext uri="{FF2B5EF4-FFF2-40B4-BE49-F238E27FC236}">
                <a16:creationId xmlns:a16="http://schemas.microsoft.com/office/drawing/2014/main" id="{1371DFB4-02BB-99EF-F008-520328D8A4F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5DE608E0-E582-08CD-84E5-2BD87ECF4C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B13770E-4115-6CA2-6B54-A9D7643E8D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BF5A50D-1FA4-430B-8CB1-A15366AF82C0}" type="slidenum">
              <a:rPr lang="en-US" altLang="en-US" sz="1200"/>
              <a:pPr eaLnBrk="1" hangingPunct="1"/>
              <a:t>13</a:t>
            </a:fld>
            <a:endParaRPr lang="en-US" altLang="en-US" sz="1200"/>
          </a:p>
        </p:txBody>
      </p:sp>
      <p:sp>
        <p:nvSpPr>
          <p:cNvPr id="55299" name="Rectangle 2">
            <a:extLst>
              <a:ext uri="{FF2B5EF4-FFF2-40B4-BE49-F238E27FC236}">
                <a16:creationId xmlns:a16="http://schemas.microsoft.com/office/drawing/2014/main" id="{703A635E-B526-9F90-6883-E0A44B261EFA}"/>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6395DF5A-632A-ECB5-E8F8-F63CC6890B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67373BD-8FB1-55AA-A38D-2C14B14151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18A87EE-B922-4785-B4C0-7FAA23D0C679}" type="slidenum">
              <a:rPr lang="en-US" altLang="en-US" sz="1200"/>
              <a:pPr eaLnBrk="1" hangingPunct="1"/>
              <a:t>14</a:t>
            </a:fld>
            <a:endParaRPr lang="en-US" altLang="en-US" sz="1200"/>
          </a:p>
        </p:txBody>
      </p:sp>
      <p:sp>
        <p:nvSpPr>
          <p:cNvPr id="56323" name="Rectangle 2">
            <a:extLst>
              <a:ext uri="{FF2B5EF4-FFF2-40B4-BE49-F238E27FC236}">
                <a16:creationId xmlns:a16="http://schemas.microsoft.com/office/drawing/2014/main" id="{6250DF29-CBF9-0E43-9025-945F9AEC2D4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C810CD9E-8937-038D-BEE6-AE6E17CD82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EC0AFBD-A421-3C91-CB16-ED066AD2C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E09C6CF-9DD2-4A68-B9F7-5B6ED4FB88C0}" type="slidenum">
              <a:rPr lang="en-US" altLang="en-US" sz="1200"/>
              <a:pPr eaLnBrk="1" hangingPunct="1"/>
              <a:t>15</a:t>
            </a:fld>
            <a:endParaRPr lang="en-US" altLang="en-US" sz="1200"/>
          </a:p>
        </p:txBody>
      </p:sp>
      <p:sp>
        <p:nvSpPr>
          <p:cNvPr id="57347" name="Rectangle 2">
            <a:extLst>
              <a:ext uri="{FF2B5EF4-FFF2-40B4-BE49-F238E27FC236}">
                <a16:creationId xmlns:a16="http://schemas.microsoft.com/office/drawing/2014/main" id="{66FE219B-D17C-C896-8B91-856F80D5623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1030A3C-7CB7-A5AA-38F9-486D972E07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E927E686-5775-F14A-D2C3-F23FFC522A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7F6A4FC-7636-46C8-82F2-419FFC196443}" type="slidenum">
              <a:rPr lang="en-US" altLang="en-US" sz="1200"/>
              <a:pPr eaLnBrk="1" hangingPunct="1"/>
              <a:t>16</a:t>
            </a:fld>
            <a:endParaRPr lang="en-US" altLang="en-US" sz="1200"/>
          </a:p>
        </p:txBody>
      </p:sp>
      <p:sp>
        <p:nvSpPr>
          <p:cNvPr id="58371" name="Rectangle 2">
            <a:extLst>
              <a:ext uri="{FF2B5EF4-FFF2-40B4-BE49-F238E27FC236}">
                <a16:creationId xmlns:a16="http://schemas.microsoft.com/office/drawing/2014/main" id="{300898D1-A99A-11A7-4229-7A18FEA70EF7}"/>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5D320882-B033-06E7-4702-F70D943DE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974F4A11-CEE7-55E6-E8C9-E482550DE7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6B0AE11-0A59-4616-B3F5-D8A0786B8F72}" type="slidenum">
              <a:rPr lang="en-US" altLang="en-US" sz="1200"/>
              <a:pPr eaLnBrk="1" hangingPunct="1"/>
              <a:t>17</a:t>
            </a:fld>
            <a:endParaRPr lang="en-US" altLang="en-US" sz="1200"/>
          </a:p>
        </p:txBody>
      </p:sp>
      <p:sp>
        <p:nvSpPr>
          <p:cNvPr id="59395" name="Rectangle 2">
            <a:extLst>
              <a:ext uri="{FF2B5EF4-FFF2-40B4-BE49-F238E27FC236}">
                <a16:creationId xmlns:a16="http://schemas.microsoft.com/office/drawing/2014/main" id="{66E43087-D7B7-5858-4B62-088D1C3E3F8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ECC0E5E7-9CC4-4FB2-9022-330DA2A24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80B03DF-FC68-3A67-4E1E-B39BE6533F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66FEB6E-334F-494F-AC7A-6CDA193E3E9E}" type="slidenum">
              <a:rPr lang="en-US" altLang="en-US" sz="1200"/>
              <a:pPr eaLnBrk="1" hangingPunct="1"/>
              <a:t>18</a:t>
            </a:fld>
            <a:endParaRPr lang="en-US" altLang="en-US" sz="1200"/>
          </a:p>
        </p:txBody>
      </p:sp>
      <p:sp>
        <p:nvSpPr>
          <p:cNvPr id="60419" name="Rectangle 2">
            <a:extLst>
              <a:ext uri="{FF2B5EF4-FFF2-40B4-BE49-F238E27FC236}">
                <a16:creationId xmlns:a16="http://schemas.microsoft.com/office/drawing/2014/main" id="{BA0B1DD5-9D35-4506-777E-66520245D96C}"/>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85C4D13-EE0F-372D-6567-08AEC8906E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91BC5E7-9AE9-CC1D-7D22-105D25B0E9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A8C5246-58E1-403D-BB8D-B265CBC18FFE}" type="slidenum">
              <a:rPr lang="en-US" altLang="en-US" sz="1200"/>
              <a:pPr eaLnBrk="1" hangingPunct="1"/>
              <a:t>19</a:t>
            </a:fld>
            <a:endParaRPr lang="en-US" altLang="en-US" sz="1200"/>
          </a:p>
        </p:txBody>
      </p:sp>
      <p:sp>
        <p:nvSpPr>
          <p:cNvPr id="61443" name="Rectangle 2">
            <a:extLst>
              <a:ext uri="{FF2B5EF4-FFF2-40B4-BE49-F238E27FC236}">
                <a16:creationId xmlns:a16="http://schemas.microsoft.com/office/drawing/2014/main" id="{C15EAA08-AB32-FF5E-29A9-E481FF3C84B6}"/>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979BB4BC-00C0-444A-8F2C-7317BA189F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B3C8B12-A09D-5137-A1D8-466BC2E85E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8E775DB-DF89-4B62-9907-EFC444BAB3D2}" type="slidenum">
              <a:rPr lang="en-US" altLang="en-US" sz="1200"/>
              <a:pPr eaLnBrk="1" hangingPunct="1"/>
              <a:t>20</a:t>
            </a:fld>
            <a:endParaRPr lang="en-US" altLang="en-US" sz="1200"/>
          </a:p>
        </p:txBody>
      </p:sp>
      <p:sp>
        <p:nvSpPr>
          <p:cNvPr id="62467" name="Rectangle 2">
            <a:extLst>
              <a:ext uri="{FF2B5EF4-FFF2-40B4-BE49-F238E27FC236}">
                <a16:creationId xmlns:a16="http://schemas.microsoft.com/office/drawing/2014/main" id="{912EFC22-6BEE-A09E-F0AC-EE9DAEA4D8A5}"/>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E0F167F8-02C6-1BC2-AA38-2960FEFF15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0C9EB0F9-F1B7-6FF0-BA9C-432E499689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4F2E751-E93D-40C4-9BEA-E683D889B225}" type="slidenum">
              <a:rPr lang="en-US" altLang="en-US" sz="1200"/>
              <a:pPr eaLnBrk="1" hangingPunct="1"/>
              <a:t>21</a:t>
            </a:fld>
            <a:endParaRPr lang="en-US" altLang="en-US" sz="1200"/>
          </a:p>
        </p:txBody>
      </p:sp>
      <p:sp>
        <p:nvSpPr>
          <p:cNvPr id="63491" name="Rectangle 2">
            <a:extLst>
              <a:ext uri="{FF2B5EF4-FFF2-40B4-BE49-F238E27FC236}">
                <a16:creationId xmlns:a16="http://schemas.microsoft.com/office/drawing/2014/main" id="{97829950-7C27-ADF8-BCF1-CB963CD6FC66}"/>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D4D2FBF5-6781-6788-D632-550EA65FD4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1668A38-3F44-C03A-099A-DD81B5CEED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9EC8A83-00E3-4C9F-8A0F-C8ED4941B80C}" type="slidenum">
              <a:rPr lang="en-US" altLang="en-US" sz="1200"/>
              <a:pPr eaLnBrk="1" hangingPunct="1"/>
              <a:t>23</a:t>
            </a:fld>
            <a:endParaRPr lang="en-US" altLang="en-US" sz="1200"/>
          </a:p>
        </p:txBody>
      </p:sp>
      <p:sp>
        <p:nvSpPr>
          <p:cNvPr id="64515" name="Rectangle 2">
            <a:extLst>
              <a:ext uri="{FF2B5EF4-FFF2-40B4-BE49-F238E27FC236}">
                <a16:creationId xmlns:a16="http://schemas.microsoft.com/office/drawing/2014/main" id="{E502A98C-5C9E-A8B7-CA07-6686136D703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3463B27-1B2D-3C03-64E6-18C5EC5D72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D390569A-C22A-B5F5-BF7F-C4833C58F7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E92DA9C-F160-4389-85A2-944342A98875}" type="slidenum">
              <a:rPr lang="en-US" altLang="en-US" sz="1200"/>
              <a:pPr eaLnBrk="1" hangingPunct="1"/>
              <a:t>24</a:t>
            </a:fld>
            <a:endParaRPr lang="en-US" altLang="en-US" sz="1200"/>
          </a:p>
        </p:txBody>
      </p:sp>
      <p:sp>
        <p:nvSpPr>
          <p:cNvPr id="65539" name="Rectangle 2">
            <a:extLst>
              <a:ext uri="{FF2B5EF4-FFF2-40B4-BE49-F238E27FC236}">
                <a16:creationId xmlns:a16="http://schemas.microsoft.com/office/drawing/2014/main" id="{9A3E346C-9213-6C33-4185-3079CB909972}"/>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87C74B9-238D-74A0-2529-196D49925B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CE7B360-04C2-90F3-2FE7-6E3472442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80911A8-4524-45C3-B8B6-63BCFE653821}" type="slidenum">
              <a:rPr lang="en-US" altLang="en-US" sz="1200"/>
              <a:pPr eaLnBrk="1" hangingPunct="1"/>
              <a:t>25</a:t>
            </a:fld>
            <a:endParaRPr lang="en-US" altLang="en-US" sz="1200"/>
          </a:p>
        </p:txBody>
      </p:sp>
      <p:sp>
        <p:nvSpPr>
          <p:cNvPr id="66563" name="Rectangle 2">
            <a:extLst>
              <a:ext uri="{FF2B5EF4-FFF2-40B4-BE49-F238E27FC236}">
                <a16:creationId xmlns:a16="http://schemas.microsoft.com/office/drawing/2014/main" id="{D89CB2F5-D339-8468-C0D4-58FDA35393CF}"/>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196FDF5-F4D9-9D60-DA9E-CF9966CBD2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9CBE388E-AB99-FBC9-FFC6-7410AE1346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B961919-62E0-47CC-8982-FBA70165DC0F}" type="slidenum">
              <a:rPr lang="en-US" altLang="en-US" sz="1200"/>
              <a:pPr eaLnBrk="1" hangingPunct="1"/>
              <a:t>26</a:t>
            </a:fld>
            <a:endParaRPr lang="en-US" altLang="en-US" sz="1200"/>
          </a:p>
        </p:txBody>
      </p:sp>
      <p:sp>
        <p:nvSpPr>
          <p:cNvPr id="67587" name="Rectangle 2">
            <a:extLst>
              <a:ext uri="{FF2B5EF4-FFF2-40B4-BE49-F238E27FC236}">
                <a16:creationId xmlns:a16="http://schemas.microsoft.com/office/drawing/2014/main" id="{34EBE1CF-C3D9-F50F-8AA6-6B7822DFE7A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781F41CD-2533-8F85-017A-BDFB810705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D66FC8-4927-614B-A5B7-98373311ADCF}" type="slidenum">
              <a:rPr lang="en-US" smtClean="0"/>
              <a:t>27</a:t>
            </a:fld>
            <a:endParaRPr lang="en-US"/>
          </a:p>
        </p:txBody>
      </p:sp>
    </p:spTree>
    <p:extLst>
      <p:ext uri="{BB962C8B-B14F-4D97-AF65-F5344CB8AC3E}">
        <p14:creationId xmlns:p14="http://schemas.microsoft.com/office/powerpoint/2010/main" val="1229632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4"/>
            <a:ext cx="7788634" cy="1515482"/>
          </a:xfrm>
          <a:prstGeom prst="rect">
            <a:avLst/>
          </a:prstGeom>
        </p:spPr>
        <p:txBody>
          <a:bodyPr anchor="b"/>
          <a:lstStyle>
            <a:lvl1pPr algn="l">
              <a:defRPr sz="6000">
                <a:solidFill>
                  <a:schemeClr val="tx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380879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7023"/>
          </a:xfrm>
        </p:spPr>
        <p:txBody>
          <a:bodyPr/>
          <a:lstStyle/>
          <a:p>
            <a:r>
              <a:rPr lang="en-US" dirty="0"/>
              <a:t>Click to edit Master title style</a:t>
            </a:r>
          </a:p>
        </p:txBody>
      </p:sp>
      <p:sp>
        <p:nvSpPr>
          <p:cNvPr id="3" name="Content Placeholder 2"/>
          <p:cNvSpPr>
            <a:spLocks noGrp="1"/>
          </p:cNvSpPr>
          <p:nvPr>
            <p:ph idx="1"/>
          </p:nvPr>
        </p:nvSpPr>
        <p:spPr>
          <a:xfrm>
            <a:off x="838200" y="1460500"/>
            <a:ext cx="10515600" cy="4351338"/>
          </a:xfrm>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7023"/>
          </a:xfrm>
        </p:spPr>
        <p:txBody>
          <a:bodyPr/>
          <a:lstStyle/>
          <a:p>
            <a:r>
              <a:rPr lang="en-US"/>
              <a:t>Click to edit Master title style</a:t>
            </a:r>
          </a:p>
        </p:txBody>
      </p:sp>
      <p:sp>
        <p:nvSpPr>
          <p:cNvPr id="3" name="Content Placeholder 2"/>
          <p:cNvSpPr>
            <a:spLocks noGrp="1"/>
          </p:cNvSpPr>
          <p:nvPr>
            <p:ph sz="half" idx="1"/>
          </p:nvPr>
        </p:nvSpPr>
        <p:spPr>
          <a:xfrm>
            <a:off x="838201" y="1461535"/>
            <a:ext cx="5181600" cy="45202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1" y="1461535"/>
            <a:ext cx="5181600" cy="45202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17023"/>
          </a:xfrm>
        </p:spPr>
        <p:txBody>
          <a:bodyPr/>
          <a:lstStyle/>
          <a:p>
            <a:r>
              <a:rPr lang="en-US" dirty="0"/>
              <a:t>Click to edit Master title style</a:t>
            </a:r>
          </a:p>
        </p:txBody>
      </p:sp>
      <p:sp>
        <p:nvSpPr>
          <p:cNvPr id="3" name="Text Placeholder 2"/>
          <p:cNvSpPr>
            <a:spLocks noGrp="1"/>
          </p:cNvSpPr>
          <p:nvPr>
            <p:ph type="body" idx="1"/>
          </p:nvPr>
        </p:nvSpPr>
        <p:spPr>
          <a:xfrm>
            <a:off x="836612" y="141052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6612" y="2234440"/>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0612" y="141052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2234440"/>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3"/>
            <a:ext cx="9144000" cy="1277937"/>
          </a:xfrm>
          <a:prstGeom prst="rect">
            <a:avLst/>
          </a:prstGeo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24782087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7114D"/>
        </a:solidFill>
        <a:effectLst/>
      </p:bgPr>
    </p:bg>
    <p:spTree>
      <p:nvGrpSpPr>
        <p:cNvPr id="1" name=""/>
        <p:cNvGrpSpPr/>
        <p:nvPr/>
      </p:nvGrpSpPr>
      <p:grpSpPr>
        <a:xfrm>
          <a:off x="0" y="0"/>
          <a:ext cx="0" cy="0"/>
          <a:chOff x="0" y="0"/>
          <a:chExt cx="0" cy="0"/>
        </a:xfrm>
      </p:grpSpPr>
      <p:cxnSp>
        <p:nvCxnSpPr>
          <p:cNvPr id="10" name="Straight Connector 9"/>
          <p:cNvCxnSpPr/>
          <p:nvPr userDrawn="1"/>
        </p:nvCxnSpPr>
        <p:spPr>
          <a:xfrm>
            <a:off x="3345180" y="2707279"/>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51861" y="2544174"/>
            <a:ext cx="4801940" cy="1533432"/>
          </a:xfrm>
          <a:prstGeom prst="rect">
            <a:avLst/>
          </a:prstGeom>
        </p:spPr>
      </p:pic>
      <p:sp>
        <p:nvSpPr>
          <p:cNvPr id="2" name="Title Placeholder 1">
            <a:extLst>
              <a:ext uri="{FF2B5EF4-FFF2-40B4-BE49-F238E27FC236}">
                <a16:creationId xmlns:a16="http://schemas.microsoft.com/office/drawing/2014/main" id="{F2308045-AFC8-D948-A7AA-36ABBAEEE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Date Placeholder 2">
            <a:extLst>
              <a:ext uri="{FF2B5EF4-FFF2-40B4-BE49-F238E27FC236}">
                <a16:creationId xmlns:a16="http://schemas.microsoft.com/office/drawing/2014/main" id="{68E46E20-E261-4F47-BDD7-A382687981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FA79CD-E371-CC40-A4D1-6741D9D89E99}" type="datetimeFigureOut">
              <a:rPr lang="en-US" smtClean="0"/>
              <a:t>1/4/2023</a:t>
            </a:fld>
            <a:endParaRPr lang="en-US"/>
          </a:p>
        </p:txBody>
      </p:sp>
      <p:sp>
        <p:nvSpPr>
          <p:cNvPr id="4" name="Footer Placeholder 3">
            <a:extLst>
              <a:ext uri="{FF2B5EF4-FFF2-40B4-BE49-F238E27FC236}">
                <a16:creationId xmlns:a16="http://schemas.microsoft.com/office/drawing/2014/main" id="{9421A1CC-00CC-5A4A-B6A4-D2B0F6123A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Slide Number Placeholder 4">
            <a:extLst>
              <a:ext uri="{FF2B5EF4-FFF2-40B4-BE49-F238E27FC236}">
                <a16:creationId xmlns:a16="http://schemas.microsoft.com/office/drawing/2014/main" id="{8B8023C7-E3BA-934E-ACD8-ACE53FA0DC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69B101-B82C-6745-856F-2822ADCE9316}" type="slidenum">
              <a:rPr lang="en-US" smtClean="0"/>
              <a:t>‹#›</a:t>
            </a:fld>
            <a:endParaRPr lang="en-US"/>
          </a:p>
        </p:txBody>
      </p:sp>
      <p:sp>
        <p:nvSpPr>
          <p:cNvPr id="6" name="Text Placeholder 5">
            <a:extLst>
              <a:ext uri="{FF2B5EF4-FFF2-40B4-BE49-F238E27FC236}">
                <a16:creationId xmlns:a16="http://schemas.microsoft.com/office/drawing/2014/main" id="{A502CC90-A706-DB43-AD69-4727A1685C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2095191"/>
      </p:ext>
    </p:extLst>
  </p:cSld>
  <p:clrMap bg1="dk1" tx1="lt1" bg2="dk2" tx2="lt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a:p>
        </p:txBody>
      </p:sp>
      <p:sp>
        <p:nvSpPr>
          <p:cNvPr id="2" name="Title Placeholder 1"/>
          <p:cNvSpPr>
            <a:spLocks noGrp="1"/>
          </p:cNvSpPr>
          <p:nvPr>
            <p:ph type="title"/>
          </p:nvPr>
        </p:nvSpPr>
        <p:spPr>
          <a:xfrm>
            <a:off x="838200" y="225977"/>
            <a:ext cx="10515600" cy="9865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478618"/>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
        <p:nvSpPr>
          <p:cNvPr id="7" name="Rectangle 6"/>
          <p:cNvSpPr/>
          <p:nvPr userDrawn="1"/>
        </p:nvSpPr>
        <p:spPr>
          <a:xfrm>
            <a:off x="0" y="6140361"/>
            <a:ext cx="12192000" cy="727439"/>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dirty="0"/>
          </a:p>
        </p:txBody>
      </p:sp>
      <p:pic>
        <p:nvPicPr>
          <p:cNvPr id="8" name="Picture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47950" y="6195046"/>
            <a:ext cx="1935479" cy="618068"/>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05564" y="3782290"/>
            <a:ext cx="8786436" cy="1257796"/>
          </a:xfrm>
        </p:spPr>
        <p:txBody>
          <a:bodyPr>
            <a:noAutofit/>
          </a:bodyPr>
          <a:lstStyle/>
          <a:p>
            <a:r>
              <a:rPr lang="en-CA" sz="4800" dirty="0">
                <a:cs typeface="Adobe Hebrew" panose="02040503050201020203" pitchFamily="18" charset="-79"/>
              </a:rPr>
              <a:t>Data Engineering &amp; Administration</a:t>
            </a:r>
          </a:p>
        </p:txBody>
      </p:sp>
      <p:sp>
        <p:nvSpPr>
          <p:cNvPr id="3" name="TextBox 2">
            <a:extLst>
              <a:ext uri="{FF2B5EF4-FFF2-40B4-BE49-F238E27FC236}">
                <a16:creationId xmlns:a16="http://schemas.microsoft.com/office/drawing/2014/main" id="{E2128F2F-1B95-4241-9794-E0413FBDD5AB}"/>
              </a:ext>
            </a:extLst>
          </p:cNvPr>
          <p:cNvSpPr txBox="1"/>
          <p:nvPr/>
        </p:nvSpPr>
        <p:spPr>
          <a:xfrm>
            <a:off x="8400836" y="5903893"/>
            <a:ext cx="3791164" cy="954107"/>
          </a:xfrm>
          <a:prstGeom prst="rect">
            <a:avLst/>
          </a:prstGeom>
          <a:noFill/>
        </p:spPr>
        <p:txBody>
          <a:bodyPr wrap="square" rtlCol="0">
            <a:spAutoFit/>
          </a:bodyPr>
          <a:lstStyle/>
          <a:p>
            <a:pPr algn="r"/>
            <a:r>
              <a:rPr lang="en-IN" sz="2800" dirty="0"/>
              <a:t>Nidheesh M., PhD</a:t>
            </a:r>
            <a:br>
              <a:rPr lang="en-IN" sz="2800" dirty="0"/>
            </a:br>
            <a:r>
              <a:rPr lang="en-IN" sz="2800" dirty="0"/>
              <a:t>School of Biotechnology</a:t>
            </a:r>
          </a:p>
        </p:txBody>
      </p:sp>
    </p:spTree>
    <p:extLst>
      <p:ext uri="{BB962C8B-B14F-4D97-AF65-F5344CB8AC3E}">
        <p14:creationId xmlns:p14="http://schemas.microsoft.com/office/powerpoint/2010/main" val="2430981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86C26418-3F42-2979-839F-E103171FEE9A}"/>
              </a:ext>
            </a:extLst>
          </p:cNvPr>
          <p:cNvSpPr txBox="1">
            <a:spLocks noChangeArrowheads="1"/>
          </p:cNvSpPr>
          <p:nvPr/>
        </p:nvSpPr>
        <p:spPr bwMode="auto">
          <a:xfrm>
            <a:off x="3722688" y="2895601"/>
            <a:ext cx="4506912"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4800" b="1" i="1">
                <a:solidFill>
                  <a:schemeClr val="folHlink"/>
                </a:solidFill>
              </a:rPr>
              <a:t>Single Functions</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8E93CD47-89CB-4BB3-9AFD-B50AA83A08DF}"/>
              </a:ext>
            </a:extLst>
          </p:cNvPr>
          <p:cNvSpPr txBox="1">
            <a:spLocks noChangeArrowheads="1"/>
          </p:cNvSpPr>
          <p:nvPr/>
        </p:nvSpPr>
        <p:spPr bwMode="auto">
          <a:xfrm>
            <a:off x="3306764" y="990600"/>
            <a:ext cx="57610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a:t>Single Functions are divided into</a:t>
            </a:r>
            <a:endParaRPr lang="en-US" altLang="en-US"/>
          </a:p>
        </p:txBody>
      </p:sp>
      <p:sp>
        <p:nvSpPr>
          <p:cNvPr id="6147" name="Text Box 3">
            <a:extLst>
              <a:ext uri="{FF2B5EF4-FFF2-40B4-BE49-F238E27FC236}">
                <a16:creationId xmlns:a16="http://schemas.microsoft.com/office/drawing/2014/main" id="{A7C33266-4480-A82B-1A08-97152BEC3219}"/>
              </a:ext>
            </a:extLst>
          </p:cNvPr>
          <p:cNvSpPr txBox="1">
            <a:spLocks noChangeArrowheads="1"/>
          </p:cNvSpPr>
          <p:nvPr/>
        </p:nvSpPr>
        <p:spPr bwMode="auto">
          <a:xfrm>
            <a:off x="4114801" y="1905001"/>
            <a:ext cx="436125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 typeface="Wingdings" panose="05000000000000000000" pitchFamily="2" charset="2"/>
              <a:buChar char="l"/>
            </a:pPr>
            <a:r>
              <a:rPr lang="en-US" altLang="en-US" sz="3200" b="1" i="1">
                <a:solidFill>
                  <a:schemeClr val="folHlink"/>
                </a:solidFill>
              </a:rPr>
              <a:t>Character</a:t>
            </a:r>
            <a:r>
              <a:rPr lang="en-US" altLang="en-US" sz="3200" b="1" i="1"/>
              <a:t> Functions</a:t>
            </a:r>
          </a:p>
          <a:p>
            <a:pPr>
              <a:buFont typeface="Wingdings" panose="05000000000000000000" pitchFamily="2" charset="2"/>
              <a:buChar char="l"/>
            </a:pPr>
            <a:r>
              <a:rPr lang="en-US" altLang="en-US" sz="3200" b="1" i="1">
                <a:solidFill>
                  <a:schemeClr val="folHlink"/>
                </a:solidFill>
              </a:rPr>
              <a:t>Number</a:t>
            </a:r>
            <a:r>
              <a:rPr lang="en-US" altLang="en-US" sz="3200" b="1" i="1"/>
              <a:t> Functions</a:t>
            </a:r>
          </a:p>
          <a:p>
            <a:pPr>
              <a:buFont typeface="Wingdings" panose="05000000000000000000" pitchFamily="2" charset="2"/>
              <a:buChar char="l"/>
            </a:pPr>
            <a:r>
              <a:rPr lang="en-US" altLang="en-US" sz="3200" b="1" i="1">
                <a:solidFill>
                  <a:schemeClr val="folHlink"/>
                </a:solidFill>
              </a:rPr>
              <a:t>Date &amp; Time</a:t>
            </a:r>
            <a:r>
              <a:rPr lang="en-US" altLang="en-US" sz="3200" b="1" i="1"/>
              <a:t> functions</a:t>
            </a:r>
          </a:p>
          <a:p>
            <a:pPr>
              <a:buFont typeface="Wingdings" panose="05000000000000000000" pitchFamily="2" charset="2"/>
              <a:buChar char="l"/>
            </a:pPr>
            <a:r>
              <a:rPr lang="en-US" altLang="en-US" sz="3200" b="1" i="1">
                <a:solidFill>
                  <a:schemeClr val="folHlink"/>
                </a:solidFill>
              </a:rPr>
              <a:t>Conversion</a:t>
            </a:r>
            <a:r>
              <a:rPr lang="en-US" altLang="en-US" sz="3200" b="1" i="1"/>
              <a:t> Functions</a:t>
            </a:r>
          </a:p>
          <a:p>
            <a:endParaRPr lang="en-US" altLang="en-US" sz="3200" b="1" i="1"/>
          </a:p>
        </p:txBody>
      </p:sp>
      <p:sp>
        <p:nvSpPr>
          <p:cNvPr id="6148" name="Text Box 4">
            <a:extLst>
              <a:ext uri="{FF2B5EF4-FFF2-40B4-BE49-F238E27FC236}">
                <a16:creationId xmlns:a16="http://schemas.microsoft.com/office/drawing/2014/main" id="{9DF8D323-E20B-049A-95E6-BC635D9EC3A6}"/>
              </a:ext>
            </a:extLst>
          </p:cNvPr>
          <p:cNvSpPr txBox="1">
            <a:spLocks noChangeArrowheads="1"/>
          </p:cNvSpPr>
          <p:nvPr/>
        </p:nvSpPr>
        <p:spPr bwMode="auto">
          <a:xfrm>
            <a:off x="1812926" y="4495800"/>
            <a:ext cx="88550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a:t>Single row functions can appear in select lists (provided the SELECT statement does not contain a GROUP BY clause), WHERE clauses etc.</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1A06EBB-4BDF-EBF1-7ACC-298924F5154D}"/>
              </a:ext>
            </a:extLst>
          </p:cNvPr>
          <p:cNvSpPr>
            <a:spLocks noChangeArrowheads="1"/>
          </p:cNvSpPr>
          <p:nvPr/>
        </p:nvSpPr>
        <p:spPr bwMode="auto">
          <a:xfrm>
            <a:off x="1752600" y="647242"/>
            <a:ext cx="87630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a:solidFill>
                  <a:schemeClr val="folHlink"/>
                </a:solidFill>
              </a:rPr>
              <a:t>Character Functions</a:t>
            </a:r>
            <a:r>
              <a:rPr lang="en-US" altLang="en-US"/>
              <a:t> </a:t>
            </a:r>
          </a:p>
          <a:p>
            <a:r>
              <a:rPr lang="en-US" altLang="en-US"/>
              <a:t> </a:t>
            </a:r>
            <a:r>
              <a:rPr lang="en-US" altLang="en-US" sz="3200" b="1" i="1"/>
              <a:t>Single row character functions accept character   input and can return both character and number values.</a:t>
            </a:r>
            <a:r>
              <a:rPr lang="en-US" altLang="en-US"/>
              <a:t> </a:t>
            </a:r>
          </a:p>
        </p:txBody>
      </p:sp>
      <p:sp>
        <p:nvSpPr>
          <p:cNvPr id="7171" name="Rectangle 3">
            <a:extLst>
              <a:ext uri="{FF2B5EF4-FFF2-40B4-BE49-F238E27FC236}">
                <a16:creationId xmlns:a16="http://schemas.microsoft.com/office/drawing/2014/main" id="{4A2AD8F7-88DA-28CC-783A-1FDD5D74FD63}"/>
              </a:ext>
            </a:extLst>
          </p:cNvPr>
          <p:cNvSpPr>
            <a:spLocks noChangeArrowheads="1"/>
          </p:cNvSpPr>
          <p:nvPr/>
        </p:nvSpPr>
        <p:spPr bwMode="auto">
          <a:xfrm>
            <a:off x="1949450" y="2490330"/>
            <a:ext cx="8566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dirty="0">
                <a:solidFill>
                  <a:schemeClr val="folHlink"/>
                </a:solidFill>
              </a:rPr>
              <a:t>Character Functions Returning Character Values</a:t>
            </a:r>
          </a:p>
        </p:txBody>
      </p:sp>
      <p:sp>
        <p:nvSpPr>
          <p:cNvPr id="7172" name="Rectangle 4">
            <a:extLst>
              <a:ext uri="{FF2B5EF4-FFF2-40B4-BE49-F238E27FC236}">
                <a16:creationId xmlns:a16="http://schemas.microsoft.com/office/drawing/2014/main" id="{3ACE37E1-0AE1-BD4A-DF90-29518BFF858D}"/>
              </a:ext>
            </a:extLst>
          </p:cNvPr>
          <p:cNvSpPr>
            <a:spLocks noChangeArrowheads="1"/>
          </p:cNvSpPr>
          <p:nvPr/>
        </p:nvSpPr>
        <p:spPr bwMode="auto">
          <a:xfrm>
            <a:off x="1828800" y="3360280"/>
            <a:ext cx="87630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                                             </a:t>
            </a:r>
            <a:r>
              <a:rPr lang="en-US" altLang="en-US" sz="3200" b="1" i="1">
                <a:solidFill>
                  <a:schemeClr val="folHlink"/>
                </a:solidFill>
              </a:rPr>
              <a:t>CHR </a:t>
            </a:r>
          </a:p>
          <a:p>
            <a:r>
              <a:rPr lang="en-US" altLang="en-US" sz="3200" b="1" i="1"/>
              <a:t> Syntax		CHR(n)</a:t>
            </a:r>
          </a:p>
          <a:p>
            <a:r>
              <a:rPr lang="en-US" altLang="en-US" sz="3200" b="1" i="1"/>
              <a:t>Returns the character having the binary equivalent to n in the database character set. </a:t>
            </a:r>
          </a:p>
          <a:p>
            <a:r>
              <a:rPr lang="en-US" altLang="en-US" sz="3200" b="1" i="1"/>
              <a:t>	SELECT CHR(65) FROM DUAL==&gt;A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34869B5-3F1D-12C7-3DE6-EDC34DB63E31}"/>
              </a:ext>
            </a:extLst>
          </p:cNvPr>
          <p:cNvSpPr>
            <a:spLocks noChangeArrowheads="1"/>
          </p:cNvSpPr>
          <p:nvPr/>
        </p:nvSpPr>
        <p:spPr bwMode="auto">
          <a:xfrm>
            <a:off x="1676400" y="890814"/>
            <a:ext cx="899160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a:solidFill>
                  <a:schemeClr val="folHlink"/>
                </a:solidFill>
              </a:rPr>
              <a:t>                                CONCAT</a:t>
            </a:r>
            <a:r>
              <a:rPr lang="en-US" altLang="en-US" sz="3200" b="1" i="1"/>
              <a:t> </a:t>
            </a:r>
          </a:p>
          <a:p>
            <a:endParaRPr lang="en-US" altLang="en-US" sz="3200" b="1" i="1"/>
          </a:p>
          <a:p>
            <a:r>
              <a:rPr lang="en-US" altLang="en-US" sz="3200" b="1" i="1"/>
              <a:t> Syntax: CONCAT(char1, char2)</a:t>
            </a:r>
          </a:p>
          <a:p>
            <a:r>
              <a:rPr lang="en-US" altLang="en-US" sz="3200" b="1" i="1"/>
              <a:t>Returns char1 concatenated with char2. This function is equivalent to the concatenation operator (||). </a:t>
            </a:r>
          </a:p>
          <a:p>
            <a:r>
              <a:rPr lang="en-US" altLang="en-US" sz="3200" b="1" i="1"/>
              <a:t>SELECT </a:t>
            </a:r>
            <a:r>
              <a:rPr lang="en-US" altLang="en-US" sz="3200" b="1" i="1">
                <a:solidFill>
                  <a:schemeClr val="folHlink"/>
                </a:solidFill>
              </a:rPr>
              <a:t>concat</a:t>
            </a:r>
            <a:r>
              <a:rPr lang="en-US" altLang="en-US" sz="3200" b="1" i="1"/>
              <a:t>(‘AMMA’,’KALI’) from dual</a:t>
            </a:r>
          </a:p>
          <a:p>
            <a:r>
              <a:rPr lang="en-US" altLang="en-US" sz="3200" b="1" i="1"/>
              <a:t>==&gt;AMMAKALI.</a:t>
            </a:r>
          </a:p>
          <a:p>
            <a:r>
              <a:rPr lang="en-US" altLang="en-US" sz="3200" b="1" i="1"/>
              <a:t>Select </a:t>
            </a:r>
            <a:r>
              <a:rPr lang="en-US" altLang="en-US" sz="3200" b="1" i="1">
                <a:solidFill>
                  <a:schemeClr val="folHlink"/>
                </a:solidFill>
              </a:rPr>
              <a:t>concat</a:t>
            </a:r>
            <a:r>
              <a:rPr lang="en-US" altLang="en-US" sz="3200" b="1" i="1"/>
              <a:t> (NAME,</a:t>
            </a:r>
            <a:r>
              <a:rPr lang="en-US" altLang="en-US" sz="3200" b="1" i="1">
                <a:solidFill>
                  <a:schemeClr val="folHlink"/>
                </a:solidFill>
              </a:rPr>
              <a:t>concat</a:t>
            </a:r>
            <a:r>
              <a:rPr lang="en-US" altLang="en-US" sz="3200" b="1" i="1"/>
              <a:t>(‘WORKS IN’,</a:t>
            </a:r>
            <a:r>
              <a:rPr lang="en-US" altLang="en-US" sz="3200" b="1" i="1">
                <a:solidFill>
                  <a:schemeClr val="folHlink"/>
                </a:solidFill>
              </a:rPr>
              <a:t>concat</a:t>
            </a:r>
            <a:r>
              <a:rPr lang="en-US" altLang="en-US" sz="3200" b="1" i="1"/>
              <a:t>(DEPT,’DEPARTMENT’) from emp;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C18BFEB-D6A6-678B-32E4-E6F33D9B2E73}"/>
              </a:ext>
            </a:extLst>
          </p:cNvPr>
          <p:cNvSpPr>
            <a:spLocks noChangeArrowheads="1"/>
          </p:cNvSpPr>
          <p:nvPr/>
        </p:nvSpPr>
        <p:spPr bwMode="auto">
          <a:xfrm>
            <a:off x="478971" y="-10891"/>
            <a:ext cx="1074420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                          </a:t>
            </a:r>
            <a:r>
              <a:rPr lang="en-US" altLang="en-US" sz="3200" b="1" i="1">
                <a:solidFill>
                  <a:schemeClr val="folHlink"/>
                </a:solidFill>
              </a:rPr>
              <a:t>LOWER </a:t>
            </a:r>
          </a:p>
          <a:p>
            <a:endParaRPr lang="en-US" altLang="en-US"/>
          </a:p>
          <a:p>
            <a:r>
              <a:rPr lang="en-US" altLang="en-US"/>
              <a:t>  </a:t>
            </a:r>
            <a:r>
              <a:rPr lang="en-US" altLang="en-US" sz="3200" b="1" i="1"/>
              <a:t>Syntax		LOWER(char)</a:t>
            </a:r>
          </a:p>
          <a:p>
            <a:r>
              <a:rPr lang="en-US" altLang="en-US" sz="3200" b="1" i="1"/>
              <a:t>converts the string into lower case</a:t>
            </a:r>
          </a:p>
          <a:p>
            <a:r>
              <a:rPr lang="en-US" altLang="en-US" sz="3200" b="1" i="1"/>
              <a:t>Example	select lower(‘AMRITA INSTITUTE’)</a:t>
            </a:r>
          </a:p>
          <a:p>
            <a:r>
              <a:rPr lang="en-US" altLang="en-US" sz="3200" b="1" i="1"/>
              <a:t>from dual  ======&gt;amrita institute</a:t>
            </a:r>
            <a:endParaRPr lang="en-US" altLang="en-US"/>
          </a:p>
        </p:txBody>
      </p:sp>
      <p:sp>
        <p:nvSpPr>
          <p:cNvPr id="9219" name="Rectangle 3">
            <a:extLst>
              <a:ext uri="{FF2B5EF4-FFF2-40B4-BE49-F238E27FC236}">
                <a16:creationId xmlns:a16="http://schemas.microsoft.com/office/drawing/2014/main" id="{3E2E05F7-9791-4FF4-0023-A4DABC6BBBBF}"/>
              </a:ext>
            </a:extLst>
          </p:cNvPr>
          <p:cNvSpPr>
            <a:spLocks noChangeArrowheads="1"/>
          </p:cNvSpPr>
          <p:nvPr/>
        </p:nvSpPr>
        <p:spPr bwMode="auto">
          <a:xfrm>
            <a:off x="478971" y="3245526"/>
            <a:ext cx="11321143"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                          </a:t>
            </a:r>
            <a:r>
              <a:rPr lang="en-US" altLang="en-US" sz="3200" b="1" i="1" dirty="0">
                <a:solidFill>
                  <a:schemeClr val="folHlink"/>
                </a:solidFill>
              </a:rPr>
              <a:t>UPPER</a:t>
            </a:r>
          </a:p>
          <a:p>
            <a:endParaRPr lang="en-US" altLang="en-US" dirty="0"/>
          </a:p>
          <a:p>
            <a:r>
              <a:rPr lang="en-US" altLang="en-US" dirty="0"/>
              <a:t>  </a:t>
            </a:r>
            <a:r>
              <a:rPr lang="en-US" altLang="en-US" sz="3200" b="1" i="1" dirty="0"/>
              <a:t>Syntax		UPPER(char)</a:t>
            </a:r>
          </a:p>
          <a:p>
            <a:r>
              <a:rPr lang="en-US" altLang="en-US" sz="3200" b="1" i="1" dirty="0"/>
              <a:t>converts the string into Upper case</a:t>
            </a:r>
          </a:p>
          <a:p>
            <a:r>
              <a:rPr lang="en-US" altLang="en-US" sz="3200" b="1" i="1" dirty="0"/>
              <a:t>Example	select upper(‘amrita institute’) from dual  ======&gt;AMRITA INSTITUTE</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AA000AE-A3E5-3104-36F6-9E064307116D}"/>
              </a:ext>
            </a:extLst>
          </p:cNvPr>
          <p:cNvSpPr>
            <a:spLocks noChangeArrowheads="1"/>
          </p:cNvSpPr>
          <p:nvPr/>
        </p:nvSpPr>
        <p:spPr bwMode="auto">
          <a:xfrm>
            <a:off x="669471" y="1427618"/>
            <a:ext cx="10853057"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INITCAP</a:t>
            </a:r>
          </a:p>
          <a:p>
            <a:endParaRPr lang="en-US" altLang="en-US" dirty="0"/>
          </a:p>
          <a:p>
            <a:r>
              <a:rPr lang="en-US" altLang="en-US" dirty="0"/>
              <a:t>  </a:t>
            </a:r>
            <a:r>
              <a:rPr lang="en-US" altLang="en-US" sz="3200" b="1" i="1" dirty="0"/>
              <a:t>Syntax		</a:t>
            </a:r>
            <a:r>
              <a:rPr lang="en-US" altLang="en-US" sz="3200" b="1" i="1" dirty="0" err="1"/>
              <a:t>initcap</a:t>
            </a:r>
            <a:r>
              <a:rPr lang="en-US" altLang="en-US" sz="3200" b="1" i="1" dirty="0"/>
              <a:t>(char)</a:t>
            </a:r>
          </a:p>
          <a:p>
            <a:r>
              <a:rPr lang="en-US" altLang="en-US" sz="3200" b="1" i="1" dirty="0"/>
              <a:t>converts the string into proper case</a:t>
            </a:r>
          </a:p>
          <a:p>
            <a:r>
              <a:rPr lang="en-US" altLang="en-US" sz="3200" b="1" i="1" dirty="0"/>
              <a:t>Example	select </a:t>
            </a:r>
            <a:r>
              <a:rPr lang="en-US" altLang="en-US" sz="3200" b="1" i="1" dirty="0" err="1"/>
              <a:t>initcap</a:t>
            </a:r>
            <a:r>
              <a:rPr lang="en-US" altLang="en-US" sz="3200" b="1" i="1" dirty="0"/>
              <a:t>(‘AMRITA INSTITUTE’)</a:t>
            </a:r>
          </a:p>
          <a:p>
            <a:r>
              <a:rPr lang="en-US" altLang="en-US" sz="3200" b="1" i="1" dirty="0"/>
              <a:t>from dual  ======&gt;Amrita Institute</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a:extLst>
              <a:ext uri="{FF2B5EF4-FFF2-40B4-BE49-F238E27FC236}">
                <a16:creationId xmlns:a16="http://schemas.microsoft.com/office/drawing/2014/main" id="{E294CA19-CA59-186B-DB64-F9CF8499B673}"/>
              </a:ext>
            </a:extLst>
          </p:cNvPr>
          <p:cNvSpPr txBox="1">
            <a:spLocks noChangeArrowheads="1"/>
          </p:cNvSpPr>
          <p:nvPr/>
        </p:nvSpPr>
        <p:spPr bwMode="auto">
          <a:xfrm>
            <a:off x="576943" y="533401"/>
            <a:ext cx="10787743"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LPAD</a:t>
            </a:r>
          </a:p>
          <a:p>
            <a:endParaRPr lang="en-US" altLang="en-US" sz="3200" b="1" i="1" dirty="0">
              <a:solidFill>
                <a:schemeClr val="folHlink"/>
              </a:solidFill>
            </a:endParaRPr>
          </a:p>
          <a:p>
            <a:r>
              <a:rPr lang="en-US" altLang="en-US" sz="3200" b="1" i="1" dirty="0"/>
              <a:t>Syntax		LPAD(char1,n [,char2])</a:t>
            </a:r>
          </a:p>
          <a:p>
            <a:endParaRPr lang="en-US" altLang="en-US" sz="3200" b="1" i="1" dirty="0"/>
          </a:p>
          <a:p>
            <a:r>
              <a:rPr lang="en-US" altLang="en-US" sz="3200" b="1" i="1" dirty="0"/>
              <a:t>Returns char1, left-padded to length n with the sequence of characters in char2; char2 defaults to a single blank. If char1 is longer than n, this function returns the portion of char1 that fits in n. </a:t>
            </a:r>
          </a:p>
          <a:p>
            <a:endParaRPr lang="en-US" altLang="en-US" sz="3200" b="1" i="1" dirty="0"/>
          </a:p>
          <a:p>
            <a:r>
              <a:rPr lang="en-US" altLang="en-US" sz="3200" b="1" i="1" dirty="0"/>
              <a:t>Select </a:t>
            </a:r>
            <a:r>
              <a:rPr lang="en-US" altLang="en-US" sz="3200" b="1" i="1" dirty="0" err="1"/>
              <a:t>lpad</a:t>
            </a:r>
            <a:r>
              <a:rPr lang="en-US" altLang="en-US" sz="3200" b="1" i="1" dirty="0"/>
              <a:t>(‘Computer’,11,’*’) from dual;</a:t>
            </a:r>
          </a:p>
          <a:p>
            <a:r>
              <a:rPr lang="en-US" altLang="en-US" sz="3200" b="1" i="1" dirty="0"/>
              <a:t>==&gt; ***computer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8030F23-B202-9C5B-456D-36541C76DB68}"/>
              </a:ext>
            </a:extLst>
          </p:cNvPr>
          <p:cNvSpPr>
            <a:spLocks noChangeArrowheads="1"/>
          </p:cNvSpPr>
          <p:nvPr/>
        </p:nvSpPr>
        <p:spPr bwMode="auto">
          <a:xfrm>
            <a:off x="250371" y="283029"/>
            <a:ext cx="11538857"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RPAD </a:t>
            </a:r>
          </a:p>
          <a:p>
            <a:endParaRPr lang="en-US" altLang="en-US" sz="3200" b="1" i="1" dirty="0"/>
          </a:p>
          <a:p>
            <a:r>
              <a:rPr lang="en-US" altLang="en-US" sz="3200" b="1" i="1" dirty="0"/>
              <a:t> Syntax		RPAD(char1, n [,char2])</a:t>
            </a:r>
          </a:p>
          <a:p>
            <a:endParaRPr lang="en-US" altLang="en-US" sz="3200" b="1" i="1" dirty="0"/>
          </a:p>
          <a:p>
            <a:r>
              <a:rPr lang="en-US" altLang="en-US" sz="3200" b="1" i="1" dirty="0"/>
              <a:t>Returns char1, right-padded to length n with char2, replicated as many times as necessary; char2 defaults to a single blank. If char1 is longer than n, this function returns the portion of char1 that fits in n. </a:t>
            </a:r>
          </a:p>
          <a:p>
            <a:endParaRPr lang="en-US" altLang="en-US" sz="3200" b="1" i="1" dirty="0"/>
          </a:p>
          <a:p>
            <a:r>
              <a:rPr lang="en-US" altLang="en-US" sz="3200" b="1" i="1" dirty="0"/>
              <a:t>Select </a:t>
            </a:r>
            <a:r>
              <a:rPr lang="en-US" altLang="en-US" sz="3200" b="1" i="1" dirty="0" err="1"/>
              <a:t>rpad</a:t>
            </a:r>
            <a:r>
              <a:rPr lang="en-US" altLang="en-US" sz="3200" b="1" i="1" dirty="0"/>
              <a:t>(</a:t>
            </a:r>
            <a:r>
              <a:rPr lang="en-US" altLang="en-US" sz="3200" b="1" i="1" dirty="0" err="1"/>
              <a:t>name,length</a:t>
            </a:r>
            <a:r>
              <a:rPr lang="en-US" altLang="en-US" sz="3200" b="1" i="1" dirty="0"/>
              <a:t>(name)+3,’ ‘) from dual;</a:t>
            </a:r>
          </a:p>
          <a:p>
            <a:r>
              <a:rPr lang="en-US" altLang="en-US" sz="3200" b="1" i="1" dirty="0" err="1"/>
              <a:t>sselect</a:t>
            </a:r>
            <a:r>
              <a:rPr lang="en-US" altLang="en-US" sz="3200" b="1" i="1" dirty="0"/>
              <a:t> </a:t>
            </a:r>
            <a:r>
              <a:rPr lang="en-US" altLang="en-US" sz="3200" b="1" i="1" dirty="0" err="1"/>
              <a:t>rpad</a:t>
            </a:r>
            <a:r>
              <a:rPr lang="en-US" altLang="en-US" sz="3200" b="1" i="1" dirty="0"/>
              <a:t>(‘computer’,11,’*’) from dual;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42E4BC9-6572-1FBA-AB57-FBBA12420892}"/>
              </a:ext>
            </a:extLst>
          </p:cNvPr>
          <p:cNvSpPr>
            <a:spLocks noChangeArrowheads="1"/>
          </p:cNvSpPr>
          <p:nvPr/>
        </p:nvSpPr>
        <p:spPr bwMode="auto">
          <a:xfrm>
            <a:off x="370113" y="838200"/>
            <a:ext cx="11473543"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LTRIM </a:t>
            </a:r>
          </a:p>
          <a:p>
            <a:r>
              <a:rPr lang="en-US" altLang="en-US" sz="3200" b="1" i="1" dirty="0"/>
              <a:t> Syntax		LTRIM(char1,n [,char2])</a:t>
            </a:r>
          </a:p>
          <a:p>
            <a:endParaRPr lang="en-US" altLang="en-US" sz="3200" b="1" i="1" dirty="0"/>
          </a:p>
          <a:p>
            <a:r>
              <a:rPr lang="en-US" altLang="en-US" sz="3200" b="1" i="1" dirty="0"/>
              <a:t>Removes characters from the left of char, with all the leftmost characters that appear in set removed; set defaults to a single blank. Oracle8 begins scanning char from its first character and removes all characters that appear in set until reaching a character not in set and then returns the result. </a:t>
            </a:r>
          </a:p>
          <a:p>
            <a:r>
              <a:rPr lang="en-US" altLang="en-US" sz="3200" b="1" i="1" dirty="0" err="1"/>
              <a:t>Eg</a:t>
            </a:r>
            <a:r>
              <a:rPr lang="en-US" altLang="en-US" sz="3200" b="1" i="1" dirty="0"/>
              <a:t>:-select </a:t>
            </a:r>
            <a:r>
              <a:rPr lang="en-US" altLang="en-US" sz="3200" b="1" i="1" dirty="0" err="1"/>
              <a:t>ltrim</a:t>
            </a:r>
            <a:r>
              <a:rPr lang="en-US" altLang="en-US" sz="3200" b="1" i="1" dirty="0"/>
              <a:t>('</a:t>
            </a:r>
            <a:r>
              <a:rPr lang="en-US" altLang="en-US" sz="3200" b="1" i="1" dirty="0" err="1"/>
              <a:t>xyxXxyAICT</a:t>
            </a:r>
            <a:r>
              <a:rPr lang="en-US" altLang="en-US" sz="3200" b="1" i="1" dirty="0"/>
              <a:t>','</a:t>
            </a:r>
            <a:r>
              <a:rPr lang="en-US" altLang="en-US" sz="3200" b="1" i="1" dirty="0" err="1"/>
              <a:t>xy</a:t>
            </a:r>
            <a:r>
              <a:rPr lang="en-US" altLang="en-US" sz="3200" b="1" i="1" dirty="0"/>
              <a:t>') from dual;			</a:t>
            </a:r>
          </a:p>
          <a:p>
            <a:r>
              <a:rPr lang="en-US" altLang="en-US" sz="3200" b="1" i="1" dirty="0"/>
              <a:t>==&gt;</a:t>
            </a:r>
            <a:r>
              <a:rPr lang="en-US" altLang="en-US" sz="3200" b="1" i="1" dirty="0" err="1"/>
              <a:t>xXxyAICT</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id="{36390BE7-96BA-FB9A-011B-7EFD1B0917F3}"/>
              </a:ext>
            </a:extLst>
          </p:cNvPr>
          <p:cNvSpPr txBox="1">
            <a:spLocks noChangeArrowheads="1"/>
          </p:cNvSpPr>
          <p:nvPr/>
        </p:nvSpPr>
        <p:spPr bwMode="auto">
          <a:xfrm>
            <a:off x="195943" y="968829"/>
            <a:ext cx="11364685" cy="5003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RTRIM </a:t>
            </a:r>
            <a:endParaRPr lang="en-US" altLang="en-US" sz="3200" b="1" i="1" dirty="0"/>
          </a:p>
          <a:p>
            <a:r>
              <a:rPr lang="en-US" altLang="en-US" sz="3200" b="1" i="1" dirty="0"/>
              <a:t> Syntax		RTRIM(char [,set])</a:t>
            </a:r>
          </a:p>
          <a:p>
            <a:endParaRPr lang="en-US" altLang="en-US" sz="3200" b="1" i="1" dirty="0"/>
          </a:p>
          <a:p>
            <a:r>
              <a:rPr lang="en-US" altLang="en-US" sz="3200" b="1" i="1" dirty="0"/>
              <a:t>Returns char, with all the rightmost characters that appear in set removed; set defaults to a single blank. RTRIM works similarly to LTRIM. </a:t>
            </a:r>
          </a:p>
          <a:p>
            <a:endParaRPr lang="en-US" altLang="en-US" sz="3200" b="1" i="1" dirty="0"/>
          </a:p>
          <a:p>
            <a:r>
              <a:rPr lang="en-US" altLang="en-US" sz="3200" b="1" i="1" dirty="0"/>
              <a:t>Select </a:t>
            </a:r>
            <a:r>
              <a:rPr lang="en-US" altLang="en-US" sz="3200" b="1" i="1" dirty="0" err="1"/>
              <a:t>rtrim</a:t>
            </a:r>
            <a:r>
              <a:rPr lang="en-US" altLang="en-US" sz="3200" b="1" i="1" dirty="0"/>
              <a:t>(’</a:t>
            </a:r>
            <a:r>
              <a:rPr lang="en-US" altLang="en-US" sz="3200" b="1" i="1" dirty="0" err="1"/>
              <a:t>AMMAyxXxy</a:t>
            </a:r>
            <a:r>
              <a:rPr lang="en-US" altLang="en-US" sz="3200" b="1" i="1" dirty="0"/>
              <a:t>','</a:t>
            </a:r>
            <a:r>
              <a:rPr lang="en-US" altLang="en-US" sz="3200" b="1" i="1" dirty="0" err="1"/>
              <a:t>xy</a:t>
            </a:r>
            <a:r>
              <a:rPr lang="en-US" altLang="en-US" sz="3200" b="1" i="1" dirty="0"/>
              <a:t>')   from dual;</a:t>
            </a:r>
          </a:p>
          <a:p>
            <a:r>
              <a:rPr lang="en-US" altLang="en-US" sz="3200" b="1" i="1" dirty="0"/>
              <a:t>			</a:t>
            </a:r>
          </a:p>
          <a:p>
            <a:r>
              <a:rPr lang="en-US" altLang="en-US" sz="3200" b="1" i="1" dirty="0"/>
              <a:t>=======&gt;</a:t>
            </a:r>
            <a:r>
              <a:rPr lang="en-US" altLang="en-US" sz="3200" b="1" i="1" dirty="0" err="1"/>
              <a:t>AMMAyxX</a:t>
            </a:r>
            <a:r>
              <a:rPr lang="en-US" altLang="en-US" sz="3200" b="1" i="1"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642671AD-82B1-523D-3827-D5C6D12D9E35}"/>
              </a:ext>
            </a:extLst>
          </p:cNvPr>
          <p:cNvSpPr txBox="1">
            <a:spLocks noChangeArrowheads="1"/>
          </p:cNvSpPr>
          <p:nvPr/>
        </p:nvSpPr>
        <p:spPr bwMode="auto">
          <a:xfrm>
            <a:off x="-1" y="379142"/>
            <a:ext cx="12021015" cy="551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REPLACE</a:t>
            </a:r>
            <a:endParaRPr lang="en-US" altLang="en-US" sz="3200" b="1" i="1" dirty="0"/>
          </a:p>
          <a:p>
            <a:r>
              <a:rPr lang="en-US" altLang="en-US" sz="3200" b="1" i="1" dirty="0"/>
              <a:t>syntax : replace(</a:t>
            </a:r>
            <a:r>
              <a:rPr lang="en-US" altLang="en-US" sz="3200" b="1" i="1" dirty="0" err="1"/>
              <a:t>string,existingstring</a:t>
            </a:r>
            <a:r>
              <a:rPr lang="en-US" altLang="en-US" sz="3200" b="1" i="1" dirty="0"/>
              <a:t>,[replacement])                                                                                               </a:t>
            </a:r>
          </a:p>
          <a:p>
            <a:pPr>
              <a:spcBef>
                <a:spcPts val="500"/>
              </a:spcBef>
              <a:spcAft>
                <a:spcPts val="500"/>
              </a:spcAft>
            </a:pPr>
            <a:r>
              <a:rPr lang="en-US" altLang="en-US" sz="3200" b="1" i="1" dirty="0"/>
              <a:t>Returns char with every occurrence of  </a:t>
            </a:r>
            <a:r>
              <a:rPr lang="en-US" altLang="en-US" sz="3200" b="1" i="1" dirty="0" err="1"/>
              <a:t>search_string</a:t>
            </a:r>
            <a:r>
              <a:rPr lang="en-US" altLang="en-US" sz="3200" b="1" i="1" dirty="0"/>
              <a:t> replaced with </a:t>
            </a:r>
            <a:r>
              <a:rPr lang="en-US" altLang="en-US" sz="3200" b="1" i="1" dirty="0" err="1"/>
              <a:t>replacement_string</a:t>
            </a:r>
            <a:r>
              <a:rPr lang="en-US" altLang="en-US" sz="3200" b="1" i="1" dirty="0"/>
              <a:t>. If replacement string is omitted or null, all occurrences of </a:t>
            </a:r>
            <a:r>
              <a:rPr lang="en-US" altLang="en-US" sz="3200" b="1" i="1" dirty="0" err="1"/>
              <a:t>search_string</a:t>
            </a:r>
            <a:r>
              <a:rPr lang="en-US" altLang="en-US" sz="3200" b="1" i="1" dirty="0"/>
              <a:t> are removed. If </a:t>
            </a:r>
            <a:r>
              <a:rPr lang="en-US" altLang="en-US" sz="3200" b="1" i="1" dirty="0" err="1"/>
              <a:t>search_string</a:t>
            </a:r>
            <a:r>
              <a:rPr lang="en-US" altLang="en-US" sz="3200" b="1" i="1" dirty="0"/>
              <a:t> is null, char is returned. </a:t>
            </a:r>
          </a:p>
          <a:p>
            <a:r>
              <a:rPr lang="en-US" altLang="en-US" sz="3200" b="1" i="1" dirty="0"/>
              <a:t>SELECT REPLACE('JACK and JUE','J','BL') "Changes"  FROM DUAL;</a:t>
            </a:r>
          </a:p>
          <a:p>
            <a:endParaRPr lang="en-US" altLang="en-US" sz="3200" b="1" i="1" dirty="0"/>
          </a:p>
          <a:p>
            <a:r>
              <a:rPr lang="en-US" altLang="en-US" sz="3200" b="1" i="1" dirty="0"/>
              <a:t>output===&gt;  BLACK and BLUE</a:t>
            </a:r>
          </a:p>
          <a:p>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BF28E168-02E0-2E75-75B1-6016F1B2AF63}"/>
              </a:ext>
            </a:extLst>
          </p:cNvPr>
          <p:cNvSpPr txBox="1">
            <a:spLocks noChangeArrowheads="1"/>
          </p:cNvSpPr>
          <p:nvPr/>
        </p:nvSpPr>
        <p:spPr bwMode="auto">
          <a:xfrm>
            <a:off x="364219" y="217715"/>
            <a:ext cx="11577410" cy="5837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TRANSLATE</a:t>
            </a:r>
            <a:r>
              <a:rPr lang="en-US" altLang="en-US" sz="3200" b="1" dirty="0">
                <a:solidFill>
                  <a:schemeClr val="folHlink"/>
                </a:solidFill>
              </a:rPr>
              <a:t>                                  </a:t>
            </a:r>
          </a:p>
          <a:p>
            <a:r>
              <a:rPr lang="en-US" altLang="en-US" sz="3200" b="1" i="1" dirty="0"/>
              <a:t>Syntax : Translate(char, from. to)</a:t>
            </a:r>
            <a:r>
              <a:rPr lang="en-US" altLang="en-US" sz="3200" b="1" i="1" dirty="0">
                <a:solidFill>
                  <a:schemeClr val="folHlink"/>
                </a:solidFill>
              </a:rPr>
              <a:t>   </a:t>
            </a:r>
          </a:p>
          <a:p>
            <a:pPr>
              <a:spcBef>
                <a:spcPts val="500"/>
              </a:spcBef>
              <a:spcAft>
                <a:spcPts val="500"/>
              </a:spcAft>
            </a:pPr>
            <a:r>
              <a:rPr lang="en-US" altLang="en-US" sz="2800" b="1" i="1" dirty="0"/>
              <a:t>Returns char with all occurrences of each character in from replaced by its corresponding character in to. Characters in char that are not in from are not replaced. The argument from can contain more characters than to. In this case, the extra characters at the end of from have no corresponding characters in to. If these extra characters appear in char, they are removed from the return value</a:t>
            </a:r>
            <a:r>
              <a:rPr lang="en-US" altLang="en-US" dirty="0"/>
              <a:t>. </a:t>
            </a:r>
          </a:p>
          <a:p>
            <a:pPr>
              <a:spcBef>
                <a:spcPts val="500"/>
              </a:spcBef>
              <a:spcAft>
                <a:spcPts val="500"/>
              </a:spcAft>
            </a:pPr>
            <a:r>
              <a:rPr lang="en-US" altLang="en-US" sz="2800" b="1" i="1" dirty="0"/>
              <a:t>Select translate(‘ABC’,’CAB’,’015’) from dual==&gt; 150</a:t>
            </a:r>
            <a:endParaRPr lang="en-US" altLang="en-US" dirty="0"/>
          </a:p>
          <a:p>
            <a:pPr>
              <a:spcBef>
                <a:spcPts val="500"/>
              </a:spcBef>
              <a:spcAft>
                <a:spcPts val="500"/>
              </a:spcAft>
            </a:pPr>
            <a:r>
              <a:rPr lang="en-US" altLang="en-US" sz="2800" b="1" i="1" dirty="0"/>
              <a:t>        Select translate(‘ABC’,’PQA’,’9872’) from dual;</a:t>
            </a:r>
          </a:p>
          <a:p>
            <a:pPr>
              <a:spcBef>
                <a:spcPts val="500"/>
              </a:spcBef>
              <a:spcAft>
                <a:spcPts val="500"/>
              </a:spcAft>
            </a:pPr>
            <a:r>
              <a:rPr lang="en-US" altLang="en-US" sz="2800" b="1" i="1" dirty="0"/>
              <a:t>=======&gt;7BC</a:t>
            </a:r>
          </a:p>
          <a:p>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88F96AD5-752D-F8CC-DF4D-A27343476CA2}"/>
              </a:ext>
            </a:extLst>
          </p:cNvPr>
          <p:cNvSpPr txBox="1">
            <a:spLocks noChangeArrowheads="1"/>
          </p:cNvSpPr>
          <p:nvPr/>
        </p:nvSpPr>
        <p:spPr bwMode="auto">
          <a:xfrm>
            <a:off x="359229" y="1317626"/>
            <a:ext cx="11419114" cy="3236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i="1" dirty="0">
                <a:solidFill>
                  <a:schemeClr val="folHlink"/>
                </a:solidFill>
              </a:rPr>
              <a:t>TRIM</a:t>
            </a:r>
          </a:p>
          <a:p>
            <a:endParaRPr lang="en-US" altLang="en-US" sz="2800" b="1" i="1" dirty="0"/>
          </a:p>
          <a:p>
            <a:r>
              <a:rPr lang="en-US" altLang="en-US" sz="2800" b="1" i="1" dirty="0"/>
              <a:t>syntax: Trim [leading/Trailing/Both](trim character from trim source)</a:t>
            </a:r>
          </a:p>
          <a:p>
            <a:endParaRPr lang="en-US" altLang="en-US" sz="2800" b="1" i="1" dirty="0"/>
          </a:p>
          <a:p>
            <a:pPr>
              <a:spcBef>
                <a:spcPts val="500"/>
              </a:spcBef>
              <a:spcAft>
                <a:spcPts val="500"/>
              </a:spcAft>
            </a:pPr>
            <a:r>
              <a:rPr lang="en-US" altLang="en-US" sz="2800" b="1" i="1" dirty="0"/>
              <a:t>SELECT TRIM (0 FROM 0009872348900) "TRIM Example" FROM DUAL;</a:t>
            </a:r>
          </a:p>
          <a:p>
            <a:r>
              <a:rPr lang="en-US" altLang="en-US" sz="2800" b="1" i="1" dirty="0"/>
              <a:t>Output : 98723489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AE317738-8EC9-E8F7-9CCB-5965E970F748}"/>
              </a:ext>
            </a:extLst>
          </p:cNvPr>
          <p:cNvSpPr txBox="1">
            <a:spLocks noChangeArrowheads="1"/>
          </p:cNvSpPr>
          <p:nvPr/>
        </p:nvSpPr>
        <p:spPr bwMode="auto">
          <a:xfrm>
            <a:off x="228599" y="424543"/>
            <a:ext cx="11680371" cy="485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i="1" dirty="0">
                <a:solidFill>
                  <a:schemeClr val="folHlink"/>
                </a:solidFill>
              </a:rPr>
              <a:t>SOUNDEX</a:t>
            </a:r>
            <a:r>
              <a:rPr lang="en-US" altLang="en-US" sz="2800" b="1" i="1" dirty="0"/>
              <a:t>                                           </a:t>
            </a:r>
          </a:p>
          <a:p>
            <a:endParaRPr lang="en-US" altLang="en-US" sz="2800" b="1" i="1" dirty="0"/>
          </a:p>
          <a:p>
            <a:r>
              <a:rPr lang="en-US" altLang="en-US" sz="2800" b="1" i="1" dirty="0"/>
              <a:t>                   Syntax : Soundex(char)</a:t>
            </a:r>
          </a:p>
          <a:p>
            <a:pPr>
              <a:spcBef>
                <a:spcPts val="500"/>
              </a:spcBef>
              <a:spcAft>
                <a:spcPts val="500"/>
              </a:spcAft>
            </a:pPr>
            <a:r>
              <a:rPr lang="en-US" altLang="en-US" sz="2800" b="1" i="1" dirty="0"/>
              <a:t>Returns a character string containing the phonetic representation of char. This function allows you to compare words that are spelled differently, but sound alike in English. </a:t>
            </a:r>
          </a:p>
          <a:p>
            <a:pPr>
              <a:spcBef>
                <a:spcPts val="500"/>
              </a:spcBef>
              <a:spcAft>
                <a:spcPts val="500"/>
              </a:spcAft>
            </a:pPr>
            <a:endParaRPr lang="en-US" altLang="en-US" sz="2800" b="1" i="1" dirty="0"/>
          </a:p>
          <a:p>
            <a:pPr>
              <a:spcBef>
                <a:spcPts val="500"/>
              </a:spcBef>
              <a:spcAft>
                <a:spcPts val="500"/>
              </a:spcAft>
            </a:pPr>
            <a:r>
              <a:rPr lang="en-US" altLang="en-US" sz="2800" b="1" i="1" dirty="0"/>
              <a:t>SELECT </a:t>
            </a:r>
            <a:r>
              <a:rPr lang="en-US" altLang="en-US" sz="2800" b="1" i="1" dirty="0" err="1"/>
              <a:t>ename</a:t>
            </a:r>
            <a:r>
              <a:rPr lang="en-US" altLang="en-US" sz="2800" b="1" i="1" dirty="0"/>
              <a:t> FROM emp WHERE SOUNDEX(</a:t>
            </a:r>
            <a:r>
              <a:rPr lang="en-US" altLang="en-US" sz="2800" b="1" i="1" dirty="0" err="1"/>
              <a:t>ename</a:t>
            </a:r>
            <a:r>
              <a:rPr lang="en-US" altLang="en-US" sz="2800" b="1" i="1" dirty="0"/>
              <a:t>) = SOUNDEX('SMYTHE');</a:t>
            </a:r>
            <a:endParaRPr lang="en-US" altLang="en-US" dirty="0"/>
          </a:p>
          <a:p>
            <a:pPr>
              <a:spcBef>
                <a:spcPts val="500"/>
              </a:spcBef>
              <a:spcAft>
                <a:spcPts val="500"/>
              </a:spcAft>
            </a:pPr>
            <a:r>
              <a:rPr lang="en-US" altLang="en-US" dirty="0"/>
              <a:t> </a:t>
            </a:r>
            <a:r>
              <a:rPr lang="en-US" altLang="en-US" sz="2800" b="1" i="1" dirty="0"/>
              <a:t>output ==&gt; Smith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F63A419-2FFB-934D-27AA-EE41C3782AB7}"/>
              </a:ext>
            </a:extLst>
          </p:cNvPr>
          <p:cNvSpPr>
            <a:spLocks noChangeArrowheads="1"/>
          </p:cNvSpPr>
          <p:nvPr/>
        </p:nvSpPr>
        <p:spPr bwMode="auto">
          <a:xfrm>
            <a:off x="228599" y="544514"/>
            <a:ext cx="11713029"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SUBSTR </a:t>
            </a:r>
            <a:br>
              <a:rPr lang="en-US" altLang="en-US" sz="3200" b="1" i="1" dirty="0">
                <a:solidFill>
                  <a:schemeClr val="folHlink"/>
                </a:solidFill>
              </a:rPr>
            </a:br>
            <a:endParaRPr lang="en-US" altLang="en-US" sz="3200" b="1" i="1" dirty="0">
              <a:solidFill>
                <a:schemeClr val="folHlink"/>
              </a:solidFill>
            </a:endParaRPr>
          </a:p>
          <a:p>
            <a:r>
              <a:rPr lang="en-US" altLang="en-US" dirty="0"/>
              <a:t> </a:t>
            </a:r>
            <a:r>
              <a:rPr lang="en-US" altLang="en-US" sz="2800" b="1" i="1" dirty="0"/>
              <a:t>Syntax		SUBSTR(char, m [,n])</a:t>
            </a:r>
          </a:p>
          <a:p>
            <a:r>
              <a:rPr lang="en-US" altLang="en-US" sz="2800" b="1" i="1" dirty="0"/>
              <a:t>Returns a portion of char, beginning at character m, n characters long. If m is 0, it is treated as 1. If m is positive, Oracle8 counts from the beginning of char to find the first character. If m is negative, Oracle8 counts backwards from the end of char. If n is omitted, Oracle8 returns all characters to the end of char. If n is less than 1, a null is returned.</a:t>
            </a:r>
          </a:p>
          <a:p>
            <a:r>
              <a:rPr lang="en-US" altLang="en-US" sz="2800" b="1" i="1" dirty="0"/>
              <a:t>Floating point numbers passed as arguments to </a:t>
            </a:r>
            <a:r>
              <a:rPr lang="en-US" altLang="en-US" sz="2800" b="1" i="1" dirty="0" err="1"/>
              <a:t>substr</a:t>
            </a:r>
            <a:r>
              <a:rPr lang="en-US" altLang="en-US" sz="2800" b="1" i="1" dirty="0"/>
              <a:t> are automatically converted to integers.</a:t>
            </a:r>
          </a:p>
          <a:p>
            <a:r>
              <a:rPr lang="en-US" altLang="en-US" sz="2800" b="1" i="1" dirty="0"/>
              <a:t>SELECT SUBSTR('ABCDEFG',3,4) "Subs” from dual</a:t>
            </a:r>
          </a:p>
          <a:p>
            <a:r>
              <a:rPr lang="en-US" altLang="en-US" sz="2800" b="1" i="1" dirty="0"/>
              <a:t>select </a:t>
            </a:r>
            <a:r>
              <a:rPr lang="en-US" altLang="en-US" sz="2800" b="1" i="1" dirty="0" err="1"/>
              <a:t>substr</a:t>
            </a:r>
            <a:r>
              <a:rPr lang="en-US" altLang="en-US" sz="2800" b="1" i="1" dirty="0"/>
              <a:t>(‘ABCDEF’,-5,4) rom dual;</a:t>
            </a: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88234E09-DDCE-BE52-5297-FB8C3A1B4F3D}"/>
              </a:ext>
            </a:extLst>
          </p:cNvPr>
          <p:cNvSpPr txBox="1">
            <a:spLocks noChangeArrowheads="1"/>
          </p:cNvSpPr>
          <p:nvPr/>
        </p:nvSpPr>
        <p:spPr bwMode="auto">
          <a:xfrm>
            <a:off x="0" y="631372"/>
            <a:ext cx="11996057" cy="478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i="1" dirty="0">
                <a:solidFill>
                  <a:schemeClr val="folHlink"/>
                </a:solidFill>
              </a:rPr>
              <a:t>INSTR  </a:t>
            </a:r>
          </a:p>
          <a:p>
            <a:r>
              <a:rPr lang="en-US" altLang="en-US" sz="2800" b="1" i="1" dirty="0"/>
              <a:t>                                                                                                 </a:t>
            </a:r>
          </a:p>
          <a:p>
            <a:r>
              <a:rPr lang="en-US" altLang="en-US" sz="2800" b="1" i="1" dirty="0"/>
              <a:t>Syntax: </a:t>
            </a:r>
            <a:r>
              <a:rPr lang="en-US" altLang="en-US" sz="2800" b="1" i="1" dirty="0" err="1"/>
              <a:t>Instr</a:t>
            </a:r>
            <a:r>
              <a:rPr lang="en-US" altLang="en-US" sz="2800" b="1" i="1" dirty="0"/>
              <a:t>(char1,char2,n,m)</a:t>
            </a:r>
          </a:p>
          <a:p>
            <a:pPr>
              <a:spcBef>
                <a:spcPts val="500"/>
              </a:spcBef>
              <a:spcAft>
                <a:spcPts val="500"/>
              </a:spcAft>
            </a:pPr>
            <a:r>
              <a:rPr lang="en-US" altLang="en-US" sz="2800" b="1" i="1" dirty="0"/>
              <a:t>Searches char1 beginning with its nth character for the </a:t>
            </a:r>
            <a:r>
              <a:rPr lang="en-US" altLang="en-US" sz="2800" b="1" i="1" dirty="0" err="1"/>
              <a:t>mth</a:t>
            </a:r>
            <a:r>
              <a:rPr lang="en-US" altLang="en-US" sz="2800" b="1" i="1" dirty="0"/>
              <a:t> occurrence of char2 and returns the position of the character in char1 that is the first character of this occurrence. If n is negative, Oracle counts and searches backward from the end of char1. The value of m must be positive. </a:t>
            </a:r>
          </a:p>
          <a:p>
            <a:pPr>
              <a:spcBef>
                <a:spcPts val="500"/>
              </a:spcBef>
              <a:spcAft>
                <a:spcPts val="500"/>
              </a:spcAft>
            </a:pPr>
            <a:r>
              <a:rPr lang="en-US" altLang="en-US" sz="2800" b="1" i="1" dirty="0"/>
              <a:t>Select </a:t>
            </a:r>
            <a:r>
              <a:rPr lang="en-US" altLang="en-US" sz="2800" b="1" i="1" dirty="0" err="1"/>
              <a:t>instr</a:t>
            </a:r>
            <a:r>
              <a:rPr lang="en-US" altLang="en-US" sz="2800" b="1" i="1" dirty="0"/>
              <a:t>(‘amrita’,’a’,1,2) from dual;</a:t>
            </a:r>
          </a:p>
          <a:p>
            <a:pPr>
              <a:spcBef>
                <a:spcPts val="500"/>
              </a:spcBef>
              <a:spcAft>
                <a:spcPts val="500"/>
              </a:spcAft>
            </a:pPr>
            <a:r>
              <a:rPr lang="en-US" altLang="en-US" sz="2800" b="1" i="1" dirty="0" err="1"/>
              <a:t>ans</a:t>
            </a:r>
            <a:r>
              <a:rPr lang="en-US" altLang="en-US" sz="2800" b="1" i="1" dirty="0"/>
              <a:t>===&gt;6</a:t>
            </a:r>
          </a:p>
          <a:p>
            <a:endParaRPr lang="en-US" altLang="en-US" sz="2800" b="1"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ED4AB90-841B-ECAC-4AE1-23039109B0ED}"/>
              </a:ext>
            </a:extLst>
          </p:cNvPr>
          <p:cNvSpPr>
            <a:spLocks noChangeArrowheads="1"/>
          </p:cNvSpPr>
          <p:nvPr/>
        </p:nvSpPr>
        <p:spPr bwMode="auto">
          <a:xfrm>
            <a:off x="108857" y="838200"/>
            <a:ext cx="11800114" cy="472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ts val="500"/>
              </a:spcBef>
              <a:spcAft>
                <a:spcPts val="500"/>
              </a:spcAft>
            </a:pPr>
            <a:r>
              <a:rPr lang="en-US" altLang="en-US" sz="2800" b="1" i="1" dirty="0">
                <a:solidFill>
                  <a:schemeClr val="folHlink"/>
                </a:solidFill>
              </a:rPr>
              <a:t>LENGTH</a:t>
            </a:r>
            <a:r>
              <a:rPr lang="en-US" altLang="en-US" sz="2800" b="1" i="1" dirty="0"/>
              <a:t> </a:t>
            </a:r>
          </a:p>
          <a:p>
            <a:pPr>
              <a:spcBef>
                <a:spcPts val="500"/>
              </a:spcBef>
              <a:spcAft>
                <a:spcPts val="500"/>
              </a:spcAft>
            </a:pPr>
            <a:r>
              <a:rPr lang="en-US" altLang="en-US" sz="2800" b="1" i="1" dirty="0"/>
              <a:t>         Syntax </a:t>
            </a:r>
          </a:p>
          <a:p>
            <a:pPr>
              <a:spcBef>
                <a:spcPts val="500"/>
              </a:spcBef>
              <a:spcAft>
                <a:spcPts val="500"/>
              </a:spcAft>
            </a:pPr>
            <a:r>
              <a:rPr lang="en-US" altLang="en-US" sz="2800" b="1" i="1" dirty="0"/>
              <a:t>	         length(char)</a:t>
            </a:r>
            <a:br>
              <a:rPr lang="en-US" altLang="en-US" sz="2800" b="1" i="1" dirty="0"/>
            </a:br>
            <a:r>
              <a:rPr lang="en-US" altLang="en-US" sz="2800" b="1" i="1" dirty="0"/>
              <a:t> 	Returns the length of char in characters. If char has datatype CHAR, the length includes all trailing blanks. If char is null, this function returns null. 	</a:t>
            </a:r>
          </a:p>
          <a:p>
            <a:endParaRPr lang="en-US" altLang="en-US" sz="2800" b="1" i="1" dirty="0"/>
          </a:p>
          <a:p>
            <a:r>
              <a:rPr lang="en-US" altLang="en-US" sz="2800" b="1" i="1" dirty="0"/>
              <a:t>SELECT LENGTH(’AMRITA') "Length in characters”  FROM DUAL;</a:t>
            </a:r>
          </a:p>
          <a:p>
            <a:r>
              <a:rPr lang="en-US" altLang="en-US" sz="2800" b="1" i="1" dirty="0"/>
              <a:t>output===&gt;6</a:t>
            </a:r>
          </a:p>
          <a:p>
            <a:r>
              <a:rPr lang="en-US" altLang="en-US" sz="2800" b="1" i="1"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A0DB65C-6413-FB99-A761-AEB2F1E1255C}"/>
              </a:ext>
            </a:extLst>
          </p:cNvPr>
          <p:cNvSpPr>
            <a:spLocks noChangeArrowheads="1"/>
          </p:cNvSpPr>
          <p:nvPr/>
        </p:nvSpPr>
        <p:spPr bwMode="auto">
          <a:xfrm>
            <a:off x="1981200" y="685800"/>
            <a:ext cx="8248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i="1" dirty="0">
                <a:solidFill>
                  <a:schemeClr val="folHlink"/>
                </a:solidFill>
              </a:rPr>
              <a:t>Character Functions Returning Number Values</a:t>
            </a:r>
          </a:p>
        </p:txBody>
      </p:sp>
      <p:sp>
        <p:nvSpPr>
          <p:cNvPr id="22531" name="Text Box 3">
            <a:extLst>
              <a:ext uri="{FF2B5EF4-FFF2-40B4-BE49-F238E27FC236}">
                <a16:creationId xmlns:a16="http://schemas.microsoft.com/office/drawing/2014/main" id="{BBBD4C9B-7AC5-399C-ABB7-1736B6B07980}"/>
              </a:ext>
            </a:extLst>
          </p:cNvPr>
          <p:cNvSpPr txBox="1">
            <a:spLocks noChangeArrowheads="1"/>
          </p:cNvSpPr>
          <p:nvPr/>
        </p:nvSpPr>
        <p:spPr bwMode="auto">
          <a:xfrm>
            <a:off x="163286" y="1641475"/>
            <a:ext cx="11756571" cy="4098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i="1" dirty="0">
                <a:solidFill>
                  <a:schemeClr val="folHlink"/>
                </a:solidFill>
              </a:rPr>
              <a:t> </a:t>
            </a:r>
            <a:r>
              <a:rPr lang="en-US" altLang="en-US" dirty="0">
                <a:solidFill>
                  <a:schemeClr val="folHlink"/>
                </a:solidFill>
              </a:rPr>
              <a:t>                                          </a:t>
            </a:r>
            <a:r>
              <a:rPr lang="en-US" altLang="en-US" sz="2800" b="1" i="1" dirty="0">
                <a:solidFill>
                  <a:schemeClr val="folHlink"/>
                </a:solidFill>
              </a:rPr>
              <a:t>ASCII</a:t>
            </a:r>
            <a:endParaRPr lang="en-US" altLang="en-US" sz="2800" b="1" i="1" dirty="0"/>
          </a:p>
          <a:p>
            <a:r>
              <a:rPr lang="en-US" altLang="en-US" sz="2800" b="1" i="1" dirty="0"/>
              <a:t>Syntax: Ascii(CHAR)</a:t>
            </a:r>
          </a:p>
          <a:p>
            <a:pPr>
              <a:spcBef>
                <a:spcPts val="500"/>
              </a:spcBef>
              <a:spcAft>
                <a:spcPts val="500"/>
              </a:spcAft>
            </a:pPr>
            <a:r>
              <a:rPr lang="en-US" altLang="en-US" sz="2800" b="1" i="1" dirty="0"/>
              <a:t>Returns the decimal representation in the database character set of the first character of char. If your database character set is 7-bit ASCII, this function returns an ASCII value. If your database character set is EBCDIC Code Page 500, this function returns an EBCDIC value. There is no similar EBCDIC character function. </a:t>
            </a:r>
          </a:p>
          <a:p>
            <a:r>
              <a:rPr lang="en-US" altLang="en-US" sz="2800" b="1" i="1" dirty="0"/>
              <a:t>SELECT ASCII(’A')  FROM DUAL;</a:t>
            </a:r>
            <a:r>
              <a:rPr lang="en-US" altLang="en-US" dirty="0"/>
              <a:t>                          </a:t>
            </a:r>
          </a:p>
          <a:p>
            <a:r>
              <a:rPr lang="en-US" altLang="en-US" sz="2800" b="1" i="1" dirty="0"/>
              <a:t>=====&gt;65</a:t>
            </a:r>
            <a:r>
              <a:rPr lang="en-US" altLang="en-US"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912F613B-C952-5021-5036-29C743D6BF9C}"/>
              </a:ext>
            </a:extLst>
          </p:cNvPr>
          <p:cNvSpPr txBox="1">
            <a:spLocks noChangeArrowheads="1"/>
          </p:cNvSpPr>
          <p:nvPr/>
        </p:nvSpPr>
        <p:spPr bwMode="auto">
          <a:xfrm>
            <a:off x="315686" y="787401"/>
            <a:ext cx="11636828"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i="1" dirty="0">
                <a:solidFill>
                  <a:schemeClr val="folHlink"/>
                </a:solidFill>
              </a:rPr>
              <a:t>DECODE</a:t>
            </a:r>
            <a:r>
              <a:rPr lang="en-US" altLang="en-US" sz="2800" b="1" i="1" dirty="0"/>
              <a:t>                                                      </a:t>
            </a:r>
          </a:p>
          <a:p>
            <a:r>
              <a:rPr lang="en-US" altLang="en-US" sz="2800" b="1" i="1" dirty="0"/>
              <a:t>syntax: decode(&lt;expr&gt;,search1,result1,search2,result2…default)</a:t>
            </a:r>
          </a:p>
          <a:p>
            <a:r>
              <a:rPr lang="en-US" altLang="en-US" sz="2800" b="1" i="1" dirty="0"/>
              <a:t>his function can be used to </a:t>
            </a:r>
            <a:r>
              <a:rPr lang="en-US" altLang="en-US" sz="2800" b="1" i="1" dirty="0" err="1"/>
              <a:t>decodwe</a:t>
            </a:r>
            <a:r>
              <a:rPr lang="en-US" altLang="en-US" sz="2800" b="1" i="1" dirty="0"/>
              <a:t> the values in a column.search1,search2 </a:t>
            </a:r>
            <a:r>
              <a:rPr lang="en-US" altLang="en-US" sz="2800" b="1" i="1" dirty="0" err="1"/>
              <a:t>etc</a:t>
            </a:r>
            <a:r>
              <a:rPr lang="en-US" altLang="en-US" sz="2800" b="1" i="1" dirty="0"/>
              <a:t> are the values in the column.Result11,result2 are the values returned when the values are </a:t>
            </a:r>
            <a:r>
              <a:rPr lang="en-US" altLang="en-US" sz="2800" b="1" i="1" dirty="0" err="1"/>
              <a:t>decoded.Default</a:t>
            </a:r>
            <a:r>
              <a:rPr lang="en-US" altLang="en-US" sz="2800" b="1" i="1" dirty="0"/>
              <a:t> return value is used for all columns for which return value has not been specified.</a:t>
            </a:r>
          </a:p>
          <a:p>
            <a:endParaRPr lang="en-US" altLang="en-US" sz="2800" b="1" i="1" dirty="0"/>
          </a:p>
          <a:p>
            <a:r>
              <a:rPr lang="en-US" altLang="en-US" sz="2800" b="1" i="1" dirty="0"/>
              <a:t>Select decode(deptno,1,’accts’,2,’purchase’,3,’sales’,</a:t>
            </a:r>
          </a:p>
          <a:p>
            <a:r>
              <a:rPr lang="en-US" altLang="en-US" sz="2800" b="1" i="1" dirty="0"/>
              <a:t>’others’) from emp;</a:t>
            </a:r>
          </a:p>
          <a:p>
            <a:r>
              <a:rPr lang="en-US" altLang="en-US" sz="2800" b="1" i="1" dirty="0"/>
              <a:t>Select decode(</a:t>
            </a:r>
            <a:r>
              <a:rPr lang="en-US" altLang="en-US" sz="2800" b="1" i="1" dirty="0" err="1"/>
              <a:t>sex,’M’,’Male’,’F’,’Female</a:t>
            </a:r>
            <a:r>
              <a:rPr lang="en-US" altLang="en-US" sz="2800" b="1" i="1" dirty="0"/>
              <a:t>’) from stud;</a:t>
            </a:r>
          </a:p>
          <a:p>
            <a:endParaRPr lang="en-US" altLang="en-US" sz="2800" b="1" i="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4EE025FA-7628-0484-550A-DB9415CE966D}"/>
              </a:ext>
            </a:extLst>
          </p:cNvPr>
          <p:cNvSpPr txBox="1">
            <a:spLocks noChangeArrowheads="1"/>
          </p:cNvSpPr>
          <p:nvPr/>
        </p:nvSpPr>
        <p:spPr bwMode="auto">
          <a:xfrm>
            <a:off x="3079750" y="425450"/>
            <a:ext cx="4921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i="1" dirty="0">
                <a:solidFill>
                  <a:schemeClr val="folHlink"/>
                </a:solidFill>
              </a:rPr>
              <a:t>NUMBER FUNCTIONS</a:t>
            </a:r>
            <a:endParaRPr lang="en-US" altLang="en-US" dirty="0"/>
          </a:p>
        </p:txBody>
      </p:sp>
      <p:sp>
        <p:nvSpPr>
          <p:cNvPr id="24579" name="Rectangle 3">
            <a:extLst>
              <a:ext uri="{FF2B5EF4-FFF2-40B4-BE49-F238E27FC236}">
                <a16:creationId xmlns:a16="http://schemas.microsoft.com/office/drawing/2014/main" id="{CFFD50F2-DCAA-8AE2-73C7-9A3770A62B35}"/>
              </a:ext>
            </a:extLst>
          </p:cNvPr>
          <p:cNvSpPr>
            <a:spLocks noChangeArrowheads="1"/>
          </p:cNvSpPr>
          <p:nvPr/>
        </p:nvSpPr>
        <p:spPr bwMode="auto">
          <a:xfrm>
            <a:off x="446314" y="1709057"/>
            <a:ext cx="11299371"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ts val="500"/>
              </a:spcBef>
              <a:spcAft>
                <a:spcPts val="500"/>
              </a:spcAft>
            </a:pPr>
            <a:r>
              <a:rPr lang="en-US" altLang="en-US" sz="3200" b="1" i="1" dirty="0">
                <a:solidFill>
                  <a:schemeClr val="folHlink"/>
                </a:solidFill>
              </a:rPr>
              <a:t>ABS</a:t>
            </a:r>
          </a:p>
          <a:p>
            <a:pPr>
              <a:spcBef>
                <a:spcPts val="500"/>
              </a:spcBef>
              <a:spcAft>
                <a:spcPts val="500"/>
              </a:spcAft>
            </a:pPr>
            <a:r>
              <a:rPr lang="en-US" altLang="en-US" sz="2800" b="1" i="1" dirty="0"/>
              <a:t>syntax Abs(n)</a:t>
            </a:r>
          </a:p>
          <a:p>
            <a:pPr>
              <a:spcBef>
                <a:spcPts val="500"/>
              </a:spcBef>
              <a:spcAft>
                <a:spcPts val="500"/>
              </a:spcAft>
            </a:pPr>
            <a:r>
              <a:rPr lang="en-US" altLang="en-US" sz="2800" b="1" i="1" dirty="0"/>
              <a:t>Returns the absolute value of n. </a:t>
            </a:r>
          </a:p>
          <a:p>
            <a:pPr>
              <a:spcBef>
                <a:spcPts val="500"/>
              </a:spcBef>
              <a:spcAft>
                <a:spcPts val="500"/>
              </a:spcAft>
            </a:pPr>
            <a:r>
              <a:rPr lang="en-US" altLang="en-US" sz="2800" b="1" i="1" dirty="0"/>
              <a:t>SELECT ABS(-15) "Absolute" FROM DUAL;==&gt;15</a:t>
            </a:r>
            <a:endParaRPr lang="en-US" altLang="en-US" dirty="0">
              <a:latin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E72814D-BDA2-688B-41EE-E735CF9545F7}"/>
              </a:ext>
            </a:extLst>
          </p:cNvPr>
          <p:cNvSpPr>
            <a:spLocks noChangeArrowheads="1"/>
          </p:cNvSpPr>
          <p:nvPr/>
        </p:nvSpPr>
        <p:spPr bwMode="auto">
          <a:xfrm>
            <a:off x="239486" y="1153885"/>
            <a:ext cx="11952514"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ts val="500"/>
              </a:spcBef>
              <a:spcAft>
                <a:spcPts val="500"/>
              </a:spcAft>
            </a:pPr>
            <a:r>
              <a:rPr lang="en-US" altLang="en-US" sz="2800" b="1" i="1" dirty="0">
                <a:solidFill>
                  <a:schemeClr val="folHlink"/>
                </a:solidFill>
              </a:rPr>
              <a:t>                                       TRUNC</a:t>
            </a:r>
          </a:p>
          <a:p>
            <a:pPr>
              <a:spcBef>
                <a:spcPts val="500"/>
              </a:spcBef>
              <a:spcAft>
                <a:spcPts val="500"/>
              </a:spcAft>
            </a:pPr>
            <a:r>
              <a:rPr lang="en-US" altLang="en-US" sz="2800" b="1" i="1" dirty="0"/>
              <a:t>syntax: </a:t>
            </a:r>
            <a:r>
              <a:rPr lang="en-US" altLang="en-US" sz="2800" b="1" i="1" dirty="0" err="1"/>
              <a:t>trunc</a:t>
            </a:r>
            <a:r>
              <a:rPr lang="en-US" altLang="en-US" sz="2800" b="1" i="1" dirty="0"/>
              <a:t>(</a:t>
            </a:r>
            <a:r>
              <a:rPr lang="en-US" altLang="en-US" sz="2800" b="1" i="1" dirty="0" err="1"/>
              <a:t>n,m</a:t>
            </a:r>
            <a:r>
              <a:rPr lang="en-US" altLang="en-US" sz="2800" b="1" i="1" dirty="0"/>
              <a:t>)</a:t>
            </a:r>
          </a:p>
          <a:p>
            <a:pPr>
              <a:spcBef>
                <a:spcPts val="500"/>
              </a:spcBef>
              <a:spcAft>
                <a:spcPts val="500"/>
              </a:spcAft>
            </a:pPr>
            <a:r>
              <a:rPr lang="en-US" altLang="en-US" sz="2800" b="1" i="1" dirty="0"/>
              <a:t>Returns n truncated to m decimal places. If m is omitted, n is truncated to 0 places. m can be negative to truncate (make zero) m digits left of the decimal point. </a:t>
            </a:r>
          </a:p>
          <a:p>
            <a:pPr>
              <a:spcBef>
                <a:spcPts val="500"/>
              </a:spcBef>
              <a:spcAft>
                <a:spcPts val="500"/>
              </a:spcAft>
            </a:pPr>
            <a:r>
              <a:rPr lang="en-US" altLang="en-US" sz="2800" b="1" i="1" dirty="0"/>
              <a:t>SELECT TRUNC(15.79,1) "Truncate" FROM  UAL;(15.7)</a:t>
            </a:r>
          </a:p>
          <a:p>
            <a:r>
              <a:rPr lang="en-US" altLang="en-US" sz="2800" b="1" i="1" dirty="0"/>
              <a:t>SELECT TRUNC(15.79,-1) "Truncate" FROM DUAL;(10)</a:t>
            </a:r>
          </a:p>
        </p:txBody>
      </p:sp>
    </p:spTree>
    <p:extLst>
      <p:ext uri="{BB962C8B-B14F-4D97-AF65-F5344CB8AC3E}">
        <p14:creationId xmlns:p14="http://schemas.microsoft.com/office/powerpoint/2010/main" val="2518064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B870891-319C-BE6A-2E7F-52DF66D5D014}"/>
              </a:ext>
            </a:extLst>
          </p:cNvPr>
          <p:cNvSpPr>
            <a:spLocks noChangeArrowheads="1"/>
          </p:cNvSpPr>
          <p:nvPr/>
        </p:nvSpPr>
        <p:spPr bwMode="auto">
          <a:xfrm>
            <a:off x="555171" y="1219200"/>
            <a:ext cx="11234058" cy="429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ts val="500"/>
              </a:spcBef>
              <a:spcAft>
                <a:spcPts val="500"/>
              </a:spcAft>
            </a:pPr>
            <a:r>
              <a:rPr lang="en-US" altLang="en-US" sz="2800" b="1" i="1" dirty="0">
                <a:solidFill>
                  <a:schemeClr val="folHlink"/>
                </a:solidFill>
              </a:rPr>
              <a:t>                                        ROUND</a:t>
            </a:r>
          </a:p>
          <a:p>
            <a:pPr>
              <a:spcBef>
                <a:spcPts val="500"/>
              </a:spcBef>
              <a:spcAft>
                <a:spcPts val="500"/>
              </a:spcAft>
            </a:pPr>
            <a:r>
              <a:rPr lang="en-US" altLang="en-US" sz="2800" b="1" i="1" dirty="0"/>
              <a:t>syntax :Round(</a:t>
            </a:r>
            <a:r>
              <a:rPr lang="en-US" altLang="en-US" sz="2800" b="1" i="1" dirty="0" err="1"/>
              <a:t>n,m</a:t>
            </a:r>
            <a:r>
              <a:rPr lang="en-US" altLang="en-US" sz="2800" b="1" i="1" dirty="0"/>
              <a:t>)</a:t>
            </a:r>
          </a:p>
          <a:p>
            <a:pPr>
              <a:spcBef>
                <a:spcPts val="500"/>
              </a:spcBef>
              <a:spcAft>
                <a:spcPts val="500"/>
              </a:spcAft>
            </a:pPr>
            <a:r>
              <a:rPr lang="en-US" altLang="en-US" sz="2800" b="1" i="1" dirty="0"/>
              <a:t>Returns n rounded to m places right of the decimal point. If m is omitted, n is rounded to 0 places. m can be negative to round off digits left of the decimal point. m must be an integer. </a:t>
            </a:r>
          </a:p>
          <a:p>
            <a:r>
              <a:rPr lang="en-US" altLang="en-US" sz="2800" b="1" i="1" dirty="0"/>
              <a:t>SELECT ROUND(15.193,1) "Round" FROM DUAL;</a:t>
            </a:r>
          </a:p>
          <a:p>
            <a:r>
              <a:rPr lang="en-US" altLang="en-US" sz="2800" b="1" i="1" dirty="0"/>
              <a:t>	</a:t>
            </a:r>
            <a:r>
              <a:rPr lang="en-US" altLang="en-US" sz="2800" b="1" i="1" dirty="0">
                <a:solidFill>
                  <a:schemeClr val="folHlink"/>
                </a:solidFill>
              </a:rPr>
              <a:t>15.2</a:t>
            </a:r>
            <a:endParaRPr lang="en-US" altLang="en-US" sz="2800" b="1" i="1" dirty="0"/>
          </a:p>
          <a:p>
            <a:r>
              <a:rPr lang="en-US" altLang="en-US" sz="2800" b="1" i="1" dirty="0"/>
              <a:t>SELECT ROUND(15.193,-1) "Round" FROM DUAL;</a:t>
            </a:r>
          </a:p>
          <a:p>
            <a:r>
              <a:rPr lang="en-US" altLang="en-US" sz="2800" b="1" i="1" dirty="0"/>
              <a:t>             </a:t>
            </a:r>
            <a:r>
              <a:rPr lang="en-US" altLang="en-US" sz="2800" b="1" i="1" dirty="0">
                <a:solidFill>
                  <a:schemeClr val="folHlink"/>
                </a:solidFill>
              </a:rPr>
              <a:t>20</a:t>
            </a:r>
            <a:endParaRPr lang="en-US" altLang="en-US" sz="2800" b="1"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CF7D250-DD38-9253-8187-E5E8BA1962B5}"/>
              </a:ext>
            </a:extLst>
          </p:cNvPr>
          <p:cNvSpPr>
            <a:spLocks noChangeArrowheads="1"/>
          </p:cNvSpPr>
          <p:nvPr/>
        </p:nvSpPr>
        <p:spPr bwMode="auto">
          <a:xfrm>
            <a:off x="500743" y="609601"/>
            <a:ext cx="11168743"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ts val="500"/>
              </a:spcBef>
              <a:spcAft>
                <a:spcPts val="500"/>
              </a:spcAft>
            </a:pPr>
            <a:r>
              <a:rPr lang="en-US" altLang="en-US" sz="2800" b="1" i="1" dirty="0">
                <a:solidFill>
                  <a:schemeClr val="folHlink"/>
                </a:solidFill>
              </a:rPr>
              <a:t>                                 CEILING</a:t>
            </a:r>
          </a:p>
          <a:p>
            <a:pPr>
              <a:spcBef>
                <a:spcPts val="500"/>
              </a:spcBef>
              <a:spcAft>
                <a:spcPts val="500"/>
              </a:spcAft>
            </a:pPr>
            <a:r>
              <a:rPr lang="en-US" altLang="en-US" sz="2800" b="1" i="1" dirty="0"/>
              <a:t>syntax :Ceiling(n)</a:t>
            </a:r>
          </a:p>
          <a:p>
            <a:pPr>
              <a:spcBef>
                <a:spcPts val="500"/>
              </a:spcBef>
              <a:spcAft>
                <a:spcPts val="500"/>
              </a:spcAft>
            </a:pPr>
            <a:r>
              <a:rPr lang="en-US" altLang="en-US" sz="2800" b="1" i="1" dirty="0"/>
              <a:t>Returns smallest integer greater than or equal to n. </a:t>
            </a:r>
          </a:p>
          <a:p>
            <a:r>
              <a:rPr lang="en-US" altLang="en-US" sz="2800" b="1" i="1" dirty="0"/>
              <a:t>SELECT CEIL(15.7) "Ceiling" FROM DUAL;</a:t>
            </a:r>
          </a:p>
          <a:p>
            <a:r>
              <a:rPr lang="en-US" altLang="en-US" sz="2800" b="1" i="1" dirty="0"/>
              <a:t>             </a:t>
            </a:r>
            <a:r>
              <a:rPr lang="en-US" altLang="en-US" sz="2800" b="1" i="1" dirty="0">
                <a:solidFill>
                  <a:schemeClr val="folHlink"/>
                </a:solidFill>
              </a:rPr>
              <a:t>16  </a:t>
            </a:r>
            <a:r>
              <a:rPr lang="en-US" altLang="en-US" sz="2800" b="1" i="1" dirty="0"/>
              <a:t> </a:t>
            </a:r>
          </a:p>
        </p:txBody>
      </p:sp>
      <p:sp>
        <p:nvSpPr>
          <p:cNvPr id="26627" name="Rectangle 3">
            <a:extLst>
              <a:ext uri="{FF2B5EF4-FFF2-40B4-BE49-F238E27FC236}">
                <a16:creationId xmlns:a16="http://schemas.microsoft.com/office/drawing/2014/main" id="{B1E90D99-7AEE-3F9E-DA1A-3E0B7F584BEE}"/>
              </a:ext>
            </a:extLst>
          </p:cNvPr>
          <p:cNvSpPr>
            <a:spLocks noChangeArrowheads="1"/>
          </p:cNvSpPr>
          <p:nvPr/>
        </p:nvSpPr>
        <p:spPr bwMode="auto">
          <a:xfrm>
            <a:off x="500743" y="3429001"/>
            <a:ext cx="10755086"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ts val="500"/>
              </a:spcBef>
              <a:spcAft>
                <a:spcPts val="500"/>
              </a:spcAft>
            </a:pPr>
            <a:r>
              <a:rPr lang="en-US" altLang="en-US" sz="2800" b="1" i="1" dirty="0">
                <a:solidFill>
                  <a:schemeClr val="folHlink"/>
                </a:solidFill>
              </a:rPr>
              <a:t>                                  FLOOR</a:t>
            </a:r>
            <a:endParaRPr lang="en-US" altLang="en-US" sz="2800" b="1" i="1" dirty="0"/>
          </a:p>
          <a:p>
            <a:pPr>
              <a:spcBef>
                <a:spcPts val="500"/>
              </a:spcBef>
              <a:spcAft>
                <a:spcPts val="500"/>
              </a:spcAft>
            </a:pPr>
            <a:r>
              <a:rPr lang="en-US" altLang="en-US" sz="2800" b="1" i="1" dirty="0"/>
              <a:t>Syntax :FLOOR(n)</a:t>
            </a:r>
          </a:p>
          <a:p>
            <a:pPr>
              <a:spcBef>
                <a:spcPts val="500"/>
              </a:spcBef>
              <a:spcAft>
                <a:spcPts val="500"/>
              </a:spcAft>
            </a:pPr>
            <a:r>
              <a:rPr lang="en-US" altLang="en-US" sz="2800" b="1" i="1" dirty="0"/>
              <a:t>Returns largest integer equal to or less than n. </a:t>
            </a:r>
          </a:p>
          <a:p>
            <a:r>
              <a:rPr lang="en-US" altLang="en-US" sz="2800" b="1" i="1" dirty="0"/>
              <a:t>SELECT FLOOR(15.7) "Floor" FROM DUAL;</a:t>
            </a:r>
          </a:p>
          <a:p>
            <a:r>
              <a:rPr lang="en-US" altLang="en-US" sz="2800" b="1" i="1" dirty="0">
                <a:solidFill>
                  <a:schemeClr val="folHlink"/>
                </a:solidFill>
              </a:rPr>
              <a:t>        15</a:t>
            </a:r>
            <a:endParaRPr lang="en-US" altLang="en-US" sz="2800" b="1" i="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DBA18850-69A7-BAAE-A2F6-7F08CBD596EF}"/>
              </a:ext>
            </a:extLst>
          </p:cNvPr>
          <p:cNvSpPr txBox="1">
            <a:spLocks noChangeArrowheads="1"/>
          </p:cNvSpPr>
          <p:nvPr/>
        </p:nvSpPr>
        <p:spPr bwMode="auto">
          <a:xfrm>
            <a:off x="348343" y="650875"/>
            <a:ext cx="11397343"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MOD</a:t>
            </a:r>
            <a:endParaRPr lang="en-US" altLang="en-US" sz="2800" b="1" i="1" dirty="0"/>
          </a:p>
          <a:p>
            <a:r>
              <a:rPr lang="en-US" altLang="en-US" sz="2800" b="1" i="1" dirty="0"/>
              <a:t>Syntax :      Mod(</a:t>
            </a:r>
            <a:r>
              <a:rPr lang="en-US" altLang="en-US" sz="2800" b="1" i="1" dirty="0" err="1"/>
              <a:t>m,n</a:t>
            </a:r>
            <a:r>
              <a:rPr lang="en-US" altLang="en-US" sz="2800" b="1" i="1" dirty="0"/>
              <a:t>)</a:t>
            </a:r>
          </a:p>
          <a:p>
            <a:r>
              <a:rPr lang="en-US" altLang="en-US" sz="2800" b="1" i="1" dirty="0"/>
              <a:t>Returns remainder of m divided by n. Returns m if n is 0.</a:t>
            </a:r>
          </a:p>
          <a:p>
            <a:r>
              <a:rPr lang="en-US" altLang="en-US" sz="2800" b="1" i="1" dirty="0"/>
              <a:t> </a:t>
            </a:r>
          </a:p>
          <a:p>
            <a:r>
              <a:rPr lang="en-US" altLang="en-US" sz="2800" b="1" i="1" dirty="0"/>
              <a:t>SELECT MOD(11,4) "Modulus” FROM DUAL==&gt;</a:t>
            </a:r>
            <a:r>
              <a:rPr lang="en-US" altLang="en-US" sz="2800" b="1" i="1" dirty="0">
                <a:solidFill>
                  <a:schemeClr val="folHlink"/>
                </a:solidFill>
              </a:rPr>
              <a:t>3</a:t>
            </a:r>
            <a:endParaRPr lang="en-US" altLang="en-US" sz="2800" b="1" i="1" dirty="0"/>
          </a:p>
          <a:p>
            <a:endParaRPr lang="en-US" altLang="en-US" sz="2800" b="1" i="1" dirty="0"/>
          </a:p>
          <a:p>
            <a:pPr algn="ctr"/>
            <a:r>
              <a:rPr lang="en-US" altLang="en-US" sz="3200" b="1" i="1" dirty="0">
                <a:solidFill>
                  <a:schemeClr val="folHlink"/>
                </a:solidFill>
              </a:rPr>
              <a:t>POWER</a:t>
            </a:r>
            <a:endParaRPr lang="en-US" altLang="en-US" sz="2800" b="1" i="1" dirty="0"/>
          </a:p>
          <a:p>
            <a:r>
              <a:rPr lang="en-US" altLang="en-US" dirty="0"/>
              <a:t> </a:t>
            </a:r>
            <a:r>
              <a:rPr lang="en-US" altLang="en-US" sz="2800" b="1" i="1" dirty="0"/>
              <a:t>Syntax		POWER(m, n)</a:t>
            </a:r>
          </a:p>
          <a:p>
            <a:endParaRPr lang="en-US" altLang="en-US" sz="2800" b="1" i="1" dirty="0"/>
          </a:p>
          <a:p>
            <a:r>
              <a:rPr lang="en-US" altLang="en-US" sz="2800" b="1" i="1" dirty="0"/>
              <a:t>Returns m raised to the nth power. The base m and the exponent n can be any numbers, but if m is negative, n must be an integer. </a:t>
            </a:r>
          </a:p>
          <a:p>
            <a:r>
              <a:rPr lang="en-US" altLang="en-US" sz="2800" b="1" i="1" dirty="0"/>
              <a:t>SELECT POWER(3,2) "Raised" FROM DUAL ;==&gt;</a:t>
            </a:r>
            <a:r>
              <a:rPr lang="en-US" altLang="en-US" sz="2800" b="1" i="1" dirty="0">
                <a:solidFill>
                  <a:schemeClr val="folHlink"/>
                </a:solidFill>
              </a:rPr>
              <a:t>9</a:t>
            </a:r>
            <a:endParaRPr lang="en-US" altLang="en-US" sz="2800" b="1" i="1" dirty="0"/>
          </a:p>
          <a:p>
            <a:endParaRPr lang="en-US" altLang="en-US" sz="2800" b="1" i="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41C054F-8479-772F-4D87-A478CA560E2A}"/>
              </a:ext>
            </a:extLst>
          </p:cNvPr>
          <p:cNvSpPr>
            <a:spLocks noChangeArrowheads="1"/>
          </p:cNvSpPr>
          <p:nvPr/>
        </p:nvSpPr>
        <p:spPr bwMode="auto">
          <a:xfrm>
            <a:off x="391886" y="97972"/>
            <a:ext cx="11800114" cy="588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i="1" dirty="0">
                <a:solidFill>
                  <a:schemeClr val="folHlink"/>
                </a:solidFill>
              </a:rPr>
              <a:t>SQRT </a:t>
            </a:r>
            <a:endParaRPr lang="en-US" altLang="en-US" sz="2800" b="1" i="1" dirty="0"/>
          </a:p>
          <a:p>
            <a:r>
              <a:rPr lang="en-US" altLang="en-US" sz="2800" b="1" i="1" dirty="0"/>
              <a:t> Syntax		SQRT(n)</a:t>
            </a:r>
          </a:p>
          <a:p>
            <a:r>
              <a:rPr lang="en-US" altLang="en-US" sz="2800" b="1" i="1" dirty="0"/>
              <a:t>Returns square root of n. The value n cannot be negative. SQRT returns a "real" result. </a:t>
            </a:r>
          </a:p>
          <a:p>
            <a:endParaRPr lang="en-US" altLang="en-US" sz="2800" b="1" i="1" dirty="0"/>
          </a:p>
          <a:p>
            <a:r>
              <a:rPr lang="en-US" altLang="en-US" sz="2800" b="1" i="1" dirty="0"/>
              <a:t>SELECT SQRT(25) "Square root" FROM DUAL</a:t>
            </a:r>
            <a:r>
              <a:rPr lang="en-US" altLang="en-US" dirty="0"/>
              <a:t> ==&gt;</a:t>
            </a:r>
            <a:r>
              <a:rPr lang="en-US" altLang="en-US" sz="3200" b="1" i="1" dirty="0">
                <a:solidFill>
                  <a:schemeClr val="folHlink"/>
                </a:solidFill>
              </a:rPr>
              <a:t>5</a:t>
            </a:r>
          </a:p>
          <a:p>
            <a:endParaRPr lang="en-US" altLang="en-US" sz="3200" b="1" i="1" dirty="0">
              <a:solidFill>
                <a:schemeClr val="folHlink"/>
              </a:solidFill>
            </a:endParaRPr>
          </a:p>
          <a:p>
            <a:pPr algn="ctr"/>
            <a:r>
              <a:rPr lang="en-US" altLang="en-US" sz="3200" b="1" i="1" dirty="0">
                <a:solidFill>
                  <a:schemeClr val="folHlink"/>
                </a:solidFill>
              </a:rPr>
              <a:t>SIGN</a:t>
            </a:r>
          </a:p>
          <a:p>
            <a:r>
              <a:rPr lang="en-US" altLang="en-US" sz="2800" b="1" i="1" dirty="0"/>
              <a:t>Syntax      :            SIGN(n)</a:t>
            </a:r>
          </a:p>
          <a:p>
            <a:r>
              <a:rPr lang="en-US" altLang="en-US" sz="2800" b="1" i="1" dirty="0"/>
              <a:t>If n&lt;0, the function returns -1; if n=0, the function returns 0; if n&gt;0, the function returns 1. </a:t>
            </a:r>
          </a:p>
          <a:p>
            <a:endParaRPr lang="en-US" altLang="en-US" sz="2800" b="1" i="1" dirty="0"/>
          </a:p>
          <a:p>
            <a:r>
              <a:rPr lang="en-US" altLang="en-US" sz="2800" b="1" i="1" dirty="0"/>
              <a:t>SELECT SIGN(-15) "Sign" FROMDUAL==&gt; </a:t>
            </a:r>
            <a:r>
              <a:rPr lang="en-US" altLang="en-US" sz="2800" b="1" i="1" dirty="0">
                <a:solidFill>
                  <a:schemeClr val="folHlink"/>
                </a:solidFill>
              </a:rPr>
              <a:t>-1</a:t>
            </a:r>
            <a:endParaRPr lang="en-US" altLang="en-US" sz="2800" b="1"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person posing for the camera&#10;&#10;Description automatically generated">
            <a:extLst>
              <a:ext uri="{FF2B5EF4-FFF2-40B4-BE49-F238E27FC236}">
                <a16:creationId xmlns:a16="http://schemas.microsoft.com/office/drawing/2014/main" id="{B5067353-B0B9-0C4E-8245-BF8164A164AF}"/>
              </a:ext>
            </a:extLst>
          </p:cNvPr>
          <p:cNvPicPr>
            <a:picLocks noGrp="1" noChangeAspect="1"/>
          </p:cNvPicPr>
          <p:nvPr>
            <p:ph type="pic" idx="1"/>
          </p:nvPr>
        </p:nvPicPr>
        <p:blipFill rotWithShape="1">
          <a:blip r:embed="rId3">
            <a:extLst>
              <a:ext uri="{28A0092B-C50C-407E-A947-70E740481C1C}">
                <a14:useLocalDpi xmlns:a14="http://schemas.microsoft.com/office/drawing/2010/main" val="0"/>
              </a:ext>
            </a:extLst>
          </a:blip>
          <a:srcRect l="4834" t="7535" r="17150" b="-1"/>
          <a:stretch/>
        </p:blipFill>
        <p:spPr>
          <a:xfrm>
            <a:off x="3523488" y="10"/>
            <a:ext cx="8668512" cy="6857990"/>
          </a:xfrm>
          <a:prstGeom prst="rect">
            <a:avLst/>
          </a:prstGeom>
        </p:spPr>
      </p:pic>
      <p:sp>
        <p:nvSpPr>
          <p:cNvPr id="18"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1093" y="925831"/>
            <a:ext cx="4641481" cy="1360169"/>
          </a:xfrm>
        </p:spPr>
        <p:txBody>
          <a:bodyPr vert="horz" lIns="91440" tIns="45720" rIns="91440" bIns="45720" rtlCol="0" anchor="b">
            <a:normAutofit/>
          </a:bodyPr>
          <a:lstStyle/>
          <a:p>
            <a:r>
              <a:rPr lang="en-US" sz="8000" dirty="0">
                <a:latin typeface="+mj-lt"/>
              </a:rPr>
              <a:t>Thank You</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p:cNvSpPr>
            <a:spLocks noGrp="1"/>
          </p:cNvSpPr>
          <p:nvPr>
            <p:ph type="body" sz="half" idx="2"/>
          </p:nvPr>
        </p:nvSpPr>
        <p:spPr>
          <a:xfrm>
            <a:off x="371094" y="2718054"/>
            <a:ext cx="6550958" cy="2074816"/>
          </a:xfrm>
        </p:spPr>
        <p:txBody>
          <a:bodyPr vert="horz" lIns="91440" tIns="45720" rIns="91440" bIns="45720" rtlCol="0" anchor="t">
            <a:normAutofit/>
          </a:bodyPr>
          <a:lstStyle/>
          <a:p>
            <a:pPr indent="-228600">
              <a:buFont typeface="Arial" panose="020B0604020202020204" pitchFamily="34" charset="0"/>
              <a:buChar char="•"/>
            </a:pPr>
            <a:r>
              <a:rPr lang="en-US" sz="1700" dirty="0">
                <a:latin typeface="+mn-lt"/>
              </a:rPr>
              <a:t>“Be like the honeybee who gathers only nectar wherever it goes. Seek the goodness that is found in everyone.”</a:t>
            </a:r>
            <a:br>
              <a:rPr lang="en-US" sz="1700" dirty="0">
                <a:latin typeface="+mn-lt"/>
              </a:rPr>
            </a:br>
            <a:r>
              <a:rPr lang="en-US" sz="1700" dirty="0">
                <a:latin typeface="+mn-lt"/>
              </a:rPr>
              <a:t>-- </a:t>
            </a:r>
            <a:r>
              <a:rPr lang="en-US" sz="1700" b="1" dirty="0">
                <a:latin typeface="+mn-lt"/>
              </a:rPr>
              <a:t>Mata Amritanandamayi</a:t>
            </a:r>
            <a:endParaRPr lang="en-US" sz="1700" dirty="0">
              <a:latin typeface="+mn-lt"/>
            </a:endParaRPr>
          </a:p>
        </p:txBody>
      </p:sp>
    </p:spTree>
    <p:extLst>
      <p:ext uri="{BB962C8B-B14F-4D97-AF65-F5344CB8AC3E}">
        <p14:creationId xmlns:p14="http://schemas.microsoft.com/office/powerpoint/2010/main" val="3114116828"/>
      </p:ext>
    </p:extLst>
  </p:cSld>
  <p:clrMapOvr>
    <a:masterClrMapping/>
  </p:clrMapOvr>
</p:sld>
</file>

<file path=ppt/theme/theme1.xml><?xml version="1.0" encoding="utf-8"?>
<a:theme xmlns:a="http://schemas.openxmlformats.org/drawingml/2006/main" name="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86E6DA-5186-4C2D-B67F-DA1E8DD817F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3.xml><?xml version="1.0" encoding="utf-8"?>
<ds:datastoreItem xmlns:ds="http://schemas.openxmlformats.org/officeDocument/2006/customXml" ds:itemID="{896A51D3-70D6-4C59-A5F9-E965D4778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a120d-550d-410d-8e83-3a0debd8f61a"/>
    <ds:schemaRef ds:uri="b2fc7224-56e7-4a56-81e9-64380d6fd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3213</TotalTime>
  <Words>1778</Words>
  <Application>Microsoft Office PowerPoint</Application>
  <PresentationFormat>Widescreen</PresentationFormat>
  <Paragraphs>204</Paragraphs>
  <Slides>27</Slides>
  <Notes>26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Arial</vt:lpstr>
      <vt:lpstr>Avenir Next LT Pro</vt:lpstr>
      <vt:lpstr>Calibri</vt:lpstr>
      <vt:lpstr>Calibri Light</vt:lpstr>
      <vt:lpstr>Courier New</vt:lpstr>
      <vt:lpstr>Futura</vt:lpstr>
      <vt:lpstr>Garamond</vt:lpstr>
      <vt:lpstr>Times New Roman</vt:lpstr>
      <vt:lpstr>Wingdings</vt:lpstr>
      <vt:lpstr>Presentation Cover page</vt:lpstr>
      <vt:lpstr>Presentation slides</vt:lpstr>
      <vt:lpstr>Data Engineering &amp; Administration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Nidheesh M.</dc:creator>
  <cp:lastModifiedBy>Nidheesh M.</cp:lastModifiedBy>
  <cp:revision>22</cp:revision>
  <dcterms:created xsi:type="dcterms:W3CDTF">2020-07-03T08:40:50Z</dcterms:created>
  <dcterms:modified xsi:type="dcterms:W3CDTF">2023-01-03T19:03:17Z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